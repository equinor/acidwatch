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8" r:id="rId2"/>
  </p:sldIdLst>
  <p:sldSz cx="21383625" cy="3027521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921E25A-2696-42D0-925A-C33AD2C353FF}" v="24" dt="2026-08-11T12:13:09.0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19" autoAdjust="0"/>
    <p:restoredTop sz="92872" autoAdjust="0"/>
  </p:normalViewPr>
  <p:slideViewPr>
    <p:cSldViewPr snapToGrid="0">
      <p:cViewPr>
        <p:scale>
          <a:sx n="25" d="100"/>
          <a:sy n="25" d="100"/>
        </p:scale>
        <p:origin x="3936" y="9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viatoslav Eroshkin" userId="1ed510c0-64b6-479c-a181-d0802ea4c078" providerId="ADAL" clId="{531BBDE6-4749-4AD8-9A1B-3798A51C2D7D}"/>
    <pc:docChg chg="undo custSel addSld delSld modSld">
      <pc:chgData name="Sviatoslav Eroshkin" userId="1ed510c0-64b6-479c-a181-d0802ea4c078" providerId="ADAL" clId="{531BBDE6-4749-4AD8-9A1B-3798A51C2D7D}" dt="2026-08-11T12:14:30.979" v="2084" actId="47"/>
      <pc:docMkLst>
        <pc:docMk/>
      </pc:docMkLst>
      <pc:sldChg chg="del">
        <pc:chgData name="Sviatoslav Eroshkin" userId="1ed510c0-64b6-479c-a181-d0802ea4c078" providerId="ADAL" clId="{531BBDE6-4749-4AD8-9A1B-3798A51C2D7D}" dt="2026-08-11T12:14:30.979" v="2084" actId="47"/>
        <pc:sldMkLst>
          <pc:docMk/>
          <pc:sldMk cId="294285307" sldId="257"/>
        </pc:sldMkLst>
      </pc:sldChg>
      <pc:sldChg chg="addSp delSp modSp new mod addAnim delAnim modAnim">
        <pc:chgData name="Sviatoslav Eroshkin" userId="1ed510c0-64b6-479c-a181-d0802ea4c078" providerId="ADAL" clId="{531BBDE6-4749-4AD8-9A1B-3798A51C2D7D}" dt="2026-08-11T12:14:20.359" v="2083" actId="478"/>
        <pc:sldMkLst>
          <pc:docMk/>
          <pc:sldMk cId="2666252418" sldId="258"/>
        </pc:sldMkLst>
        <pc:spChg chg="del">
          <ac:chgData name="Sviatoslav Eroshkin" userId="1ed510c0-64b6-479c-a181-d0802ea4c078" providerId="ADAL" clId="{531BBDE6-4749-4AD8-9A1B-3798A51C2D7D}" dt="2026-08-10T15:07:07.572" v="2" actId="478"/>
          <ac:spMkLst>
            <pc:docMk/>
            <pc:sldMk cId="2666252418" sldId="258"/>
            <ac:spMk id="2" creationId="{7791FB07-F97B-B24C-07DB-F37B103F0265}"/>
          </ac:spMkLst>
        </pc:spChg>
        <pc:spChg chg="add del mod">
          <ac:chgData name="Sviatoslav Eroshkin" userId="1ed510c0-64b6-479c-a181-d0802ea4c078" providerId="ADAL" clId="{531BBDE6-4749-4AD8-9A1B-3798A51C2D7D}" dt="2026-08-11T07:45:53.022" v="714" actId="478"/>
          <ac:spMkLst>
            <pc:docMk/>
            <pc:sldMk cId="2666252418" sldId="258"/>
            <ac:spMk id="2" creationId="{E6784F7A-B293-F6B6-A243-2FA7F0CEDD14}"/>
          </ac:spMkLst>
        </pc:spChg>
        <pc:spChg chg="del">
          <ac:chgData name="Sviatoslav Eroshkin" userId="1ed510c0-64b6-479c-a181-d0802ea4c078" providerId="ADAL" clId="{531BBDE6-4749-4AD8-9A1B-3798A51C2D7D}" dt="2026-08-10T15:07:06.881" v="1" actId="478"/>
          <ac:spMkLst>
            <pc:docMk/>
            <pc:sldMk cId="2666252418" sldId="258"/>
            <ac:spMk id="3" creationId="{3F3C2782-AE04-690F-6A5F-3E3C3AB95508}"/>
          </ac:spMkLst>
        </pc:spChg>
        <pc:spChg chg="add del mod">
          <ac:chgData name="Sviatoslav Eroshkin" userId="1ed510c0-64b6-479c-a181-d0802ea4c078" providerId="ADAL" clId="{531BBDE6-4749-4AD8-9A1B-3798A51C2D7D}" dt="2026-08-11T07:27:16.781" v="433" actId="478"/>
          <ac:spMkLst>
            <pc:docMk/>
            <pc:sldMk cId="2666252418" sldId="258"/>
            <ac:spMk id="4" creationId="{77576383-912F-9D16-D510-DA318B088D0D}"/>
          </ac:spMkLst>
        </pc:spChg>
        <pc:spChg chg="add del mod">
          <ac:chgData name="Sviatoslav Eroshkin" userId="1ed510c0-64b6-479c-a181-d0802ea4c078" providerId="ADAL" clId="{531BBDE6-4749-4AD8-9A1B-3798A51C2D7D}" dt="2026-08-11T07:27:17.145" v="434" actId="478"/>
          <ac:spMkLst>
            <pc:docMk/>
            <pc:sldMk cId="2666252418" sldId="258"/>
            <ac:spMk id="6" creationId="{A040E1F2-71A0-BDEC-B9C0-C42CF9FF11A7}"/>
          </ac:spMkLst>
        </pc:spChg>
        <pc:spChg chg="add del mod">
          <ac:chgData name="Sviatoslav Eroshkin" userId="1ed510c0-64b6-479c-a181-d0802ea4c078" providerId="ADAL" clId="{531BBDE6-4749-4AD8-9A1B-3798A51C2D7D}" dt="2026-08-10T15:09:27.798" v="15" actId="478"/>
          <ac:spMkLst>
            <pc:docMk/>
            <pc:sldMk cId="2666252418" sldId="258"/>
            <ac:spMk id="8" creationId="{4C8D9EFB-269E-E429-202C-E31607257D09}"/>
          </ac:spMkLst>
        </pc:spChg>
        <pc:spChg chg="add del mod">
          <ac:chgData name="Sviatoslav Eroshkin" userId="1ed510c0-64b6-479c-a181-d0802ea4c078" providerId="ADAL" clId="{531BBDE6-4749-4AD8-9A1B-3798A51C2D7D}" dt="2026-08-11T07:27:24.093" v="442" actId="22"/>
          <ac:spMkLst>
            <pc:docMk/>
            <pc:sldMk cId="2666252418" sldId="258"/>
            <ac:spMk id="8" creationId="{7DF40E45-27D9-3DB2-2867-E1A4619BB3A9}"/>
          </ac:spMkLst>
        </pc:spChg>
        <pc:spChg chg="add del">
          <ac:chgData name="Sviatoslav Eroshkin" userId="1ed510c0-64b6-479c-a181-d0802ea4c078" providerId="ADAL" clId="{531BBDE6-4749-4AD8-9A1B-3798A51C2D7D}" dt="2026-08-10T15:09:33.784" v="17" actId="478"/>
          <ac:spMkLst>
            <pc:docMk/>
            <pc:sldMk cId="2666252418" sldId="258"/>
            <ac:spMk id="9" creationId="{8080D5F6-24D6-9DA6-6627-3C2A485D977D}"/>
          </ac:spMkLst>
        </pc:spChg>
        <pc:spChg chg="add mod">
          <ac:chgData name="Sviatoslav Eroshkin" userId="1ed510c0-64b6-479c-a181-d0802ea4c078" providerId="ADAL" clId="{531BBDE6-4749-4AD8-9A1B-3798A51C2D7D}" dt="2026-08-10T15:12:43.068" v="73" actId="1076"/>
          <ac:spMkLst>
            <pc:docMk/>
            <pc:sldMk cId="2666252418" sldId="258"/>
            <ac:spMk id="10" creationId="{5EB34791-D0CA-E0CB-3D2E-C8EA9722E875}"/>
          </ac:spMkLst>
        </pc:spChg>
        <pc:spChg chg="add mod">
          <ac:chgData name="Sviatoslav Eroshkin" userId="1ed510c0-64b6-479c-a181-d0802ea4c078" providerId="ADAL" clId="{531BBDE6-4749-4AD8-9A1B-3798A51C2D7D}" dt="2026-08-10T15:13:41.776" v="81" actId="255"/>
          <ac:spMkLst>
            <pc:docMk/>
            <pc:sldMk cId="2666252418" sldId="258"/>
            <ac:spMk id="11" creationId="{78E297BD-08E4-0485-D698-28A7FE8526F9}"/>
          </ac:spMkLst>
        </pc:spChg>
        <pc:spChg chg="add del mod">
          <ac:chgData name="Sviatoslav Eroshkin" userId="1ed510c0-64b6-479c-a181-d0802ea4c078" providerId="ADAL" clId="{531BBDE6-4749-4AD8-9A1B-3798A51C2D7D}" dt="2026-08-11T07:27:22.887" v="440" actId="22"/>
          <ac:spMkLst>
            <pc:docMk/>
            <pc:sldMk cId="2666252418" sldId="258"/>
            <ac:spMk id="12" creationId="{D52D33E1-6B40-82CA-F5EA-94FB7193AB46}"/>
          </ac:spMkLst>
        </pc:spChg>
        <pc:spChg chg="add mod">
          <ac:chgData name="Sviatoslav Eroshkin" userId="1ed510c0-64b6-479c-a181-d0802ea4c078" providerId="ADAL" clId="{531BBDE6-4749-4AD8-9A1B-3798A51C2D7D}" dt="2026-08-11T11:25:56.144" v="1895" actId="14100"/>
          <ac:spMkLst>
            <pc:docMk/>
            <pc:sldMk cId="2666252418" sldId="258"/>
            <ac:spMk id="16" creationId="{F3CEC5BE-D428-1648-81EC-30245C2AAEE5}"/>
          </ac:spMkLst>
        </pc:spChg>
        <pc:spChg chg="add del mod">
          <ac:chgData name="Sviatoslav Eroshkin" userId="1ed510c0-64b6-479c-a181-d0802ea4c078" providerId="ADAL" clId="{531BBDE6-4749-4AD8-9A1B-3798A51C2D7D}" dt="2026-08-11T07:45:52.277" v="713" actId="478"/>
          <ac:spMkLst>
            <pc:docMk/>
            <pc:sldMk cId="2666252418" sldId="258"/>
            <ac:spMk id="17" creationId="{CACDAC15-2070-79E9-7A30-36B839ADD892}"/>
          </ac:spMkLst>
        </pc:spChg>
        <pc:spChg chg="add del mod">
          <ac:chgData name="Sviatoslav Eroshkin" userId="1ed510c0-64b6-479c-a181-d0802ea4c078" providerId="ADAL" clId="{531BBDE6-4749-4AD8-9A1B-3798A51C2D7D}" dt="2026-08-10T15:21:52.020" v="314" actId="478"/>
          <ac:spMkLst>
            <pc:docMk/>
            <pc:sldMk cId="2666252418" sldId="258"/>
            <ac:spMk id="18" creationId="{A0C88582-725A-E436-C477-62CDAB78E305}"/>
          </ac:spMkLst>
        </pc:spChg>
        <pc:spChg chg="add del mod">
          <ac:chgData name="Sviatoslav Eroshkin" userId="1ed510c0-64b6-479c-a181-d0802ea4c078" providerId="ADAL" clId="{531BBDE6-4749-4AD8-9A1B-3798A51C2D7D}" dt="2026-08-11T07:46:06.403" v="722" actId="478"/>
          <ac:spMkLst>
            <pc:docMk/>
            <pc:sldMk cId="2666252418" sldId="258"/>
            <ac:spMk id="19" creationId="{A9E30B4C-F380-C399-5190-0159FE104DAE}"/>
          </ac:spMkLst>
        </pc:spChg>
        <pc:spChg chg="add mod">
          <ac:chgData name="Sviatoslav Eroshkin" userId="1ed510c0-64b6-479c-a181-d0802ea4c078" providerId="ADAL" clId="{531BBDE6-4749-4AD8-9A1B-3798A51C2D7D}" dt="2026-08-11T12:09:54.198" v="2000" actId="1076"/>
          <ac:spMkLst>
            <pc:docMk/>
            <pc:sldMk cId="2666252418" sldId="258"/>
            <ac:spMk id="20" creationId="{69194093-B952-5D4D-C7FA-F82BC9052EFD}"/>
          </ac:spMkLst>
        </pc:spChg>
        <pc:spChg chg="add mod">
          <ac:chgData name="Sviatoslav Eroshkin" userId="1ed510c0-64b6-479c-a181-d0802ea4c078" providerId="ADAL" clId="{531BBDE6-4749-4AD8-9A1B-3798A51C2D7D}" dt="2026-08-11T09:44:46.385" v="1457" actId="1076"/>
          <ac:spMkLst>
            <pc:docMk/>
            <pc:sldMk cId="2666252418" sldId="258"/>
            <ac:spMk id="22" creationId="{CB0391D6-D7B7-C565-0779-F3B96F9AD232}"/>
          </ac:spMkLst>
        </pc:spChg>
        <pc:spChg chg="add del mod">
          <ac:chgData name="Sviatoslav Eroshkin" userId="1ed510c0-64b6-479c-a181-d0802ea4c078" providerId="ADAL" clId="{531BBDE6-4749-4AD8-9A1B-3798A51C2D7D}" dt="2026-08-11T07:45:31.397" v="705" actId="478"/>
          <ac:spMkLst>
            <pc:docMk/>
            <pc:sldMk cId="2666252418" sldId="258"/>
            <ac:spMk id="23" creationId="{B544567D-1AC6-A329-59D4-72EEF5B9746E}"/>
          </ac:spMkLst>
        </pc:spChg>
        <pc:spChg chg="add del mod">
          <ac:chgData name="Sviatoslav Eroshkin" userId="1ed510c0-64b6-479c-a181-d0802ea4c078" providerId="ADAL" clId="{531BBDE6-4749-4AD8-9A1B-3798A51C2D7D}" dt="2026-08-11T07:26:30.146" v="417" actId="478"/>
          <ac:spMkLst>
            <pc:docMk/>
            <pc:sldMk cId="2666252418" sldId="258"/>
            <ac:spMk id="24" creationId="{09CC4364-385B-40DA-C835-ACD63C6E6A19}"/>
          </ac:spMkLst>
        </pc:spChg>
        <pc:spChg chg="add mod">
          <ac:chgData name="Sviatoslav Eroshkin" userId="1ed510c0-64b6-479c-a181-d0802ea4c078" providerId="ADAL" clId="{531BBDE6-4749-4AD8-9A1B-3798A51C2D7D}" dt="2026-08-11T08:46:28.524" v="1242" actId="1076"/>
          <ac:spMkLst>
            <pc:docMk/>
            <pc:sldMk cId="2666252418" sldId="258"/>
            <ac:spMk id="26" creationId="{53709783-78DE-41F5-3BF6-FF4395B6600F}"/>
          </ac:spMkLst>
        </pc:spChg>
        <pc:spChg chg="add mod">
          <ac:chgData name="Sviatoslav Eroshkin" userId="1ed510c0-64b6-479c-a181-d0802ea4c078" providerId="ADAL" clId="{531BBDE6-4749-4AD8-9A1B-3798A51C2D7D}" dt="2026-08-11T11:53:18.192" v="1991" actId="1076"/>
          <ac:spMkLst>
            <pc:docMk/>
            <pc:sldMk cId="2666252418" sldId="258"/>
            <ac:spMk id="27" creationId="{621C9A3D-D810-A7E7-1DFC-19AAE738D854}"/>
          </ac:spMkLst>
        </pc:spChg>
        <pc:spChg chg="add del mod">
          <ac:chgData name="Sviatoslav Eroshkin" userId="1ed510c0-64b6-479c-a181-d0802ea4c078" providerId="ADAL" clId="{531BBDE6-4749-4AD8-9A1B-3798A51C2D7D}" dt="2026-08-10T15:16:15.176" v="260" actId="478"/>
          <ac:spMkLst>
            <pc:docMk/>
            <pc:sldMk cId="2666252418" sldId="258"/>
            <ac:spMk id="28" creationId="{5CB69764-9E91-CDC6-3C94-7A47600E62B1}"/>
          </ac:spMkLst>
        </pc:spChg>
        <pc:spChg chg="add mod">
          <ac:chgData name="Sviatoslav Eroshkin" userId="1ed510c0-64b6-479c-a181-d0802ea4c078" providerId="ADAL" clId="{531BBDE6-4749-4AD8-9A1B-3798A51C2D7D}" dt="2026-08-11T07:30:12.722" v="493" actId="20577"/>
          <ac:spMkLst>
            <pc:docMk/>
            <pc:sldMk cId="2666252418" sldId="258"/>
            <ac:spMk id="29" creationId="{A80266FC-C78D-E04E-05A2-FC1384F963BF}"/>
          </ac:spMkLst>
        </pc:spChg>
        <pc:spChg chg="add del mod">
          <ac:chgData name="Sviatoslav Eroshkin" userId="1ed510c0-64b6-479c-a181-d0802ea4c078" providerId="ADAL" clId="{531BBDE6-4749-4AD8-9A1B-3798A51C2D7D}" dt="2026-08-11T11:15:04.613" v="1789" actId="1076"/>
          <ac:spMkLst>
            <pc:docMk/>
            <pc:sldMk cId="2666252418" sldId="258"/>
            <ac:spMk id="33" creationId="{42B26FAA-6829-0D67-2557-4309C65DB636}"/>
          </ac:spMkLst>
        </pc:spChg>
        <pc:spChg chg="add del">
          <ac:chgData name="Sviatoslav Eroshkin" userId="1ed510c0-64b6-479c-a181-d0802ea4c078" providerId="ADAL" clId="{531BBDE6-4749-4AD8-9A1B-3798A51C2D7D}" dt="2026-08-11T07:35:19.927" v="526" actId="478"/>
          <ac:spMkLst>
            <pc:docMk/>
            <pc:sldMk cId="2666252418" sldId="258"/>
            <ac:spMk id="35" creationId="{A722BB80-89BE-3898-181A-374FFE524111}"/>
          </ac:spMkLst>
        </pc:spChg>
        <pc:spChg chg="add del mod">
          <ac:chgData name="Sviatoslav Eroshkin" userId="1ed510c0-64b6-479c-a181-d0802ea4c078" providerId="ADAL" clId="{531BBDE6-4749-4AD8-9A1B-3798A51C2D7D}" dt="2026-08-11T07:46:40.269" v="734" actId="478"/>
          <ac:spMkLst>
            <pc:docMk/>
            <pc:sldMk cId="2666252418" sldId="258"/>
            <ac:spMk id="36" creationId="{677BC69C-6BC8-D481-9694-9AB2E722FFDE}"/>
          </ac:spMkLst>
        </pc:spChg>
        <pc:spChg chg="add del mod">
          <ac:chgData name="Sviatoslav Eroshkin" userId="1ed510c0-64b6-479c-a181-d0802ea4c078" providerId="ADAL" clId="{531BBDE6-4749-4AD8-9A1B-3798A51C2D7D}" dt="2026-08-11T07:47:33.764" v="753" actId="478"/>
          <ac:spMkLst>
            <pc:docMk/>
            <pc:sldMk cId="2666252418" sldId="258"/>
            <ac:spMk id="37" creationId="{AF162209-0571-9ABC-80FD-AFC3F060667A}"/>
          </ac:spMkLst>
        </pc:spChg>
        <pc:spChg chg="add del mod">
          <ac:chgData name="Sviatoslav Eroshkin" userId="1ed510c0-64b6-479c-a181-d0802ea4c078" providerId="ADAL" clId="{531BBDE6-4749-4AD8-9A1B-3798A51C2D7D}" dt="2026-08-11T07:47:11.172" v="738" actId="478"/>
          <ac:spMkLst>
            <pc:docMk/>
            <pc:sldMk cId="2666252418" sldId="258"/>
            <ac:spMk id="39" creationId="{79CE8A61-BD88-905F-A00D-2CC32BF297E9}"/>
          </ac:spMkLst>
        </pc:spChg>
        <pc:spChg chg="add del mod">
          <ac:chgData name="Sviatoslav Eroshkin" userId="1ed510c0-64b6-479c-a181-d0802ea4c078" providerId="ADAL" clId="{531BBDE6-4749-4AD8-9A1B-3798A51C2D7D}" dt="2026-08-11T07:39:49.853" v="563" actId="478"/>
          <ac:spMkLst>
            <pc:docMk/>
            <pc:sldMk cId="2666252418" sldId="258"/>
            <ac:spMk id="41" creationId="{DE2CC3BC-25F5-93B3-49E1-A66CB85B8F62}"/>
          </ac:spMkLst>
        </pc:spChg>
        <pc:spChg chg="add del mod">
          <ac:chgData name="Sviatoslav Eroshkin" userId="1ed510c0-64b6-479c-a181-d0802ea4c078" providerId="ADAL" clId="{531BBDE6-4749-4AD8-9A1B-3798A51C2D7D}" dt="2026-08-11T07:38:49.973" v="552" actId="478"/>
          <ac:spMkLst>
            <pc:docMk/>
            <pc:sldMk cId="2666252418" sldId="258"/>
            <ac:spMk id="44" creationId="{9A708859-6CF2-73D4-6C08-28AB2983C519}"/>
          </ac:spMkLst>
        </pc:spChg>
        <pc:spChg chg="add del mod">
          <ac:chgData name="Sviatoslav Eroshkin" userId="1ed510c0-64b6-479c-a181-d0802ea4c078" providerId="ADAL" clId="{531BBDE6-4749-4AD8-9A1B-3798A51C2D7D}" dt="2026-08-11T07:47:35.239" v="754" actId="478"/>
          <ac:spMkLst>
            <pc:docMk/>
            <pc:sldMk cId="2666252418" sldId="258"/>
            <ac:spMk id="46" creationId="{80757C57-0B08-54C0-68B5-A62E96833E16}"/>
          </ac:spMkLst>
        </pc:spChg>
        <pc:spChg chg="add del mod">
          <ac:chgData name="Sviatoslav Eroshkin" userId="1ed510c0-64b6-479c-a181-d0802ea4c078" providerId="ADAL" clId="{531BBDE6-4749-4AD8-9A1B-3798A51C2D7D}" dt="2026-08-11T07:46:53.742" v="737" actId="478"/>
          <ac:spMkLst>
            <pc:docMk/>
            <pc:sldMk cId="2666252418" sldId="258"/>
            <ac:spMk id="48" creationId="{C21CB396-272C-6AD4-C309-6541538F398E}"/>
          </ac:spMkLst>
        </pc:spChg>
        <pc:spChg chg="add del mod">
          <ac:chgData name="Sviatoslav Eroshkin" userId="1ed510c0-64b6-479c-a181-d0802ea4c078" providerId="ADAL" clId="{531BBDE6-4749-4AD8-9A1B-3798A51C2D7D}" dt="2026-08-11T07:47:27.598" v="748" actId="478"/>
          <ac:spMkLst>
            <pc:docMk/>
            <pc:sldMk cId="2666252418" sldId="258"/>
            <ac:spMk id="51" creationId="{73AC0430-86D6-FCDE-4030-15D8A5B866A5}"/>
          </ac:spMkLst>
        </pc:spChg>
        <pc:spChg chg="add del mod">
          <ac:chgData name="Sviatoslav Eroshkin" userId="1ed510c0-64b6-479c-a181-d0802ea4c078" providerId="ADAL" clId="{531BBDE6-4749-4AD8-9A1B-3798A51C2D7D}" dt="2026-08-11T07:25:25.965" v="410" actId="478"/>
          <ac:spMkLst>
            <pc:docMk/>
            <pc:sldMk cId="2666252418" sldId="258"/>
            <ac:spMk id="52" creationId="{B9C4122C-8B1F-C0CC-9BBE-CC8B962B7843}"/>
          </ac:spMkLst>
        </pc:spChg>
        <pc:spChg chg="add del mod">
          <ac:chgData name="Sviatoslav Eroshkin" userId="1ed510c0-64b6-479c-a181-d0802ea4c078" providerId="ADAL" clId="{531BBDE6-4749-4AD8-9A1B-3798A51C2D7D}" dt="2026-08-11T07:47:15.803" v="742" actId="478"/>
          <ac:spMkLst>
            <pc:docMk/>
            <pc:sldMk cId="2666252418" sldId="258"/>
            <ac:spMk id="55" creationId="{FF529B07-7123-64EA-29EA-8C643E57FDBD}"/>
          </ac:spMkLst>
        </pc:spChg>
        <pc:spChg chg="add mod">
          <ac:chgData name="Sviatoslav Eroshkin" userId="1ed510c0-64b6-479c-a181-d0802ea4c078" providerId="ADAL" clId="{531BBDE6-4749-4AD8-9A1B-3798A51C2D7D}" dt="2026-08-11T07:42:21.614" v="638" actId="571"/>
          <ac:spMkLst>
            <pc:docMk/>
            <pc:sldMk cId="2666252418" sldId="258"/>
            <ac:spMk id="56" creationId="{9A7E7F73-33C3-A195-34C7-A04CE7528FCF}"/>
          </ac:spMkLst>
        </pc:spChg>
        <pc:spChg chg="add mod">
          <ac:chgData name="Sviatoslav Eroshkin" userId="1ed510c0-64b6-479c-a181-d0802ea4c078" providerId="ADAL" clId="{531BBDE6-4749-4AD8-9A1B-3798A51C2D7D}" dt="2026-08-11T07:42:21.614" v="638" actId="571"/>
          <ac:spMkLst>
            <pc:docMk/>
            <pc:sldMk cId="2666252418" sldId="258"/>
            <ac:spMk id="57" creationId="{D3A7DA11-9DA0-4AAF-BA64-835E5A470946}"/>
          </ac:spMkLst>
        </pc:spChg>
        <pc:spChg chg="add mod">
          <ac:chgData name="Sviatoslav Eroshkin" userId="1ed510c0-64b6-479c-a181-d0802ea4c078" providerId="ADAL" clId="{531BBDE6-4749-4AD8-9A1B-3798A51C2D7D}" dt="2026-08-11T07:42:21.614" v="638" actId="571"/>
          <ac:spMkLst>
            <pc:docMk/>
            <pc:sldMk cId="2666252418" sldId="258"/>
            <ac:spMk id="58" creationId="{4361850D-1601-3511-A9FA-63180A403E26}"/>
          </ac:spMkLst>
        </pc:spChg>
        <pc:spChg chg="add del mod">
          <ac:chgData name="Sviatoslav Eroshkin" userId="1ed510c0-64b6-479c-a181-d0802ea4c078" providerId="ADAL" clId="{531BBDE6-4749-4AD8-9A1B-3798A51C2D7D}" dt="2026-08-11T07:47:28.925" v="749" actId="478"/>
          <ac:spMkLst>
            <pc:docMk/>
            <pc:sldMk cId="2666252418" sldId="258"/>
            <ac:spMk id="60" creationId="{AEF407E4-62E0-EE0C-4C16-0AE840AA8D81}"/>
          </ac:spMkLst>
        </pc:spChg>
        <pc:spChg chg="add del mod">
          <ac:chgData name="Sviatoslav Eroshkin" userId="1ed510c0-64b6-479c-a181-d0802ea4c078" providerId="ADAL" clId="{531BBDE6-4749-4AD8-9A1B-3798A51C2D7D}" dt="2026-08-11T07:47:30.541" v="750" actId="478"/>
          <ac:spMkLst>
            <pc:docMk/>
            <pc:sldMk cId="2666252418" sldId="258"/>
            <ac:spMk id="62" creationId="{FE45BDA9-31E7-7185-EF68-8544FB00F9AC}"/>
          </ac:spMkLst>
        </pc:spChg>
        <pc:spChg chg="add del mod">
          <ac:chgData name="Sviatoslav Eroshkin" userId="1ed510c0-64b6-479c-a181-d0802ea4c078" providerId="ADAL" clId="{531BBDE6-4749-4AD8-9A1B-3798A51C2D7D}" dt="2026-08-11T07:47:32.808" v="752" actId="478"/>
          <ac:spMkLst>
            <pc:docMk/>
            <pc:sldMk cId="2666252418" sldId="258"/>
            <ac:spMk id="66" creationId="{FF0316D6-AC65-B63C-C3DB-FB529AB64135}"/>
          </ac:spMkLst>
        </pc:spChg>
        <pc:spChg chg="add del mod">
          <ac:chgData name="Sviatoslav Eroshkin" userId="1ed510c0-64b6-479c-a181-d0802ea4c078" providerId="ADAL" clId="{531BBDE6-4749-4AD8-9A1B-3798A51C2D7D}" dt="2026-08-11T07:44:36.987" v="673" actId="478"/>
          <ac:spMkLst>
            <pc:docMk/>
            <pc:sldMk cId="2666252418" sldId="258"/>
            <ac:spMk id="68" creationId="{E4852F13-D20C-4F45-207B-133D72E4C2F1}"/>
          </ac:spMkLst>
        </pc:spChg>
        <pc:spChg chg="add del">
          <ac:chgData name="Sviatoslav Eroshkin" userId="1ed510c0-64b6-479c-a181-d0802ea4c078" providerId="ADAL" clId="{531BBDE6-4749-4AD8-9A1B-3798A51C2D7D}" dt="2026-08-11T07:45:02.545" v="693" actId="11529"/>
          <ac:spMkLst>
            <pc:docMk/>
            <pc:sldMk cId="2666252418" sldId="258"/>
            <ac:spMk id="69" creationId="{2FB8250E-6B27-2D5A-6CBA-D43F7C2B808C}"/>
          </ac:spMkLst>
        </pc:spChg>
        <pc:spChg chg="add del mod">
          <ac:chgData name="Sviatoslav Eroshkin" userId="1ed510c0-64b6-479c-a181-d0802ea4c078" providerId="ADAL" clId="{531BBDE6-4749-4AD8-9A1B-3798A51C2D7D}" dt="2026-08-11T07:45:02.124" v="692" actId="22"/>
          <ac:spMkLst>
            <pc:docMk/>
            <pc:sldMk cId="2666252418" sldId="258"/>
            <ac:spMk id="71" creationId="{1278FF41-3A01-2172-B88B-04CE298D2DF6}"/>
          </ac:spMkLst>
        </pc:spChg>
        <pc:spChg chg="add del mod">
          <ac:chgData name="Sviatoslav Eroshkin" userId="1ed510c0-64b6-479c-a181-d0802ea4c078" providerId="ADAL" clId="{531BBDE6-4749-4AD8-9A1B-3798A51C2D7D}" dt="2026-08-11T07:45:01.683" v="690" actId="22"/>
          <ac:spMkLst>
            <pc:docMk/>
            <pc:sldMk cId="2666252418" sldId="258"/>
            <ac:spMk id="73" creationId="{75EA1198-DBCB-4685-4DB5-07D7BC85AFA1}"/>
          </ac:spMkLst>
        </pc:spChg>
        <pc:spChg chg="add del mod">
          <ac:chgData name="Sviatoslav Eroshkin" userId="1ed510c0-64b6-479c-a181-d0802ea4c078" providerId="ADAL" clId="{531BBDE6-4749-4AD8-9A1B-3798A51C2D7D}" dt="2026-08-11T07:45:01.260" v="688" actId="22"/>
          <ac:spMkLst>
            <pc:docMk/>
            <pc:sldMk cId="2666252418" sldId="258"/>
            <ac:spMk id="75" creationId="{8A429CA9-D3EE-F37C-4625-C9B53A1F3E75}"/>
          </ac:spMkLst>
        </pc:spChg>
        <pc:spChg chg="add del mod">
          <ac:chgData name="Sviatoslav Eroshkin" userId="1ed510c0-64b6-479c-a181-d0802ea4c078" providerId="ADAL" clId="{531BBDE6-4749-4AD8-9A1B-3798A51C2D7D}" dt="2026-08-11T07:45:00.774" v="686" actId="22"/>
          <ac:spMkLst>
            <pc:docMk/>
            <pc:sldMk cId="2666252418" sldId="258"/>
            <ac:spMk id="77" creationId="{92F605CE-A4F3-F8DD-DB46-39643C00FAC5}"/>
          </ac:spMkLst>
        </pc:spChg>
        <pc:spChg chg="add del">
          <ac:chgData name="Sviatoslav Eroshkin" userId="1ed510c0-64b6-479c-a181-d0802ea4c078" providerId="ADAL" clId="{531BBDE6-4749-4AD8-9A1B-3798A51C2D7D}" dt="2026-08-11T07:45:00.106" v="684" actId="22"/>
          <ac:spMkLst>
            <pc:docMk/>
            <pc:sldMk cId="2666252418" sldId="258"/>
            <ac:spMk id="79" creationId="{3941DB0C-B44B-06D5-0E55-07974905E794}"/>
          </ac:spMkLst>
        </pc:spChg>
        <pc:spChg chg="add del mod">
          <ac:chgData name="Sviatoslav Eroshkin" userId="1ed510c0-64b6-479c-a181-d0802ea4c078" providerId="ADAL" clId="{531BBDE6-4749-4AD8-9A1B-3798A51C2D7D}" dt="2026-08-11T07:47:18.511" v="743" actId="478"/>
          <ac:spMkLst>
            <pc:docMk/>
            <pc:sldMk cId="2666252418" sldId="258"/>
            <ac:spMk id="81" creationId="{1D88EBAD-2D58-10A3-4BD6-880E84E1DDB2}"/>
          </ac:spMkLst>
        </pc:spChg>
        <pc:spChg chg="add del mod">
          <ac:chgData name="Sviatoslav Eroshkin" userId="1ed510c0-64b6-479c-a181-d0802ea4c078" providerId="ADAL" clId="{531BBDE6-4749-4AD8-9A1B-3798A51C2D7D}" dt="2026-08-11T07:47:19.211" v="744" actId="478"/>
          <ac:spMkLst>
            <pc:docMk/>
            <pc:sldMk cId="2666252418" sldId="258"/>
            <ac:spMk id="83" creationId="{5E9359D2-EF17-8DFB-9727-42244957E34B}"/>
          </ac:spMkLst>
        </pc:spChg>
        <pc:spChg chg="add del mod">
          <ac:chgData name="Sviatoslav Eroshkin" userId="1ed510c0-64b6-479c-a181-d0802ea4c078" providerId="ADAL" clId="{531BBDE6-4749-4AD8-9A1B-3798A51C2D7D}" dt="2026-08-11T07:47:21.071" v="745" actId="478"/>
          <ac:spMkLst>
            <pc:docMk/>
            <pc:sldMk cId="2666252418" sldId="258"/>
            <ac:spMk id="85" creationId="{7B7EC3B4-0602-643A-78A2-0C2C9AFF5925}"/>
          </ac:spMkLst>
        </pc:spChg>
        <pc:spChg chg="add del mod">
          <ac:chgData name="Sviatoslav Eroshkin" userId="1ed510c0-64b6-479c-a181-d0802ea4c078" providerId="ADAL" clId="{531BBDE6-4749-4AD8-9A1B-3798A51C2D7D}" dt="2026-08-11T07:47:22.062" v="746" actId="478"/>
          <ac:spMkLst>
            <pc:docMk/>
            <pc:sldMk cId="2666252418" sldId="258"/>
            <ac:spMk id="87" creationId="{89FAB7F4-1FFF-62CB-C81C-1DB02CC95849}"/>
          </ac:spMkLst>
        </pc:spChg>
        <pc:spChg chg="add del mod ord">
          <ac:chgData name="Sviatoslav Eroshkin" userId="1ed510c0-64b6-479c-a181-d0802ea4c078" providerId="ADAL" clId="{531BBDE6-4749-4AD8-9A1B-3798A51C2D7D}" dt="2026-08-11T07:46:06.024" v="721" actId="478"/>
          <ac:spMkLst>
            <pc:docMk/>
            <pc:sldMk cId="2666252418" sldId="258"/>
            <ac:spMk id="89" creationId="{DA6047C2-078F-F1A0-E302-8ADFDFBA4032}"/>
          </ac:spMkLst>
        </pc:spChg>
        <pc:spChg chg="add del mod ord">
          <ac:chgData name="Sviatoslav Eroshkin" userId="1ed510c0-64b6-479c-a181-d0802ea4c078" providerId="ADAL" clId="{531BBDE6-4749-4AD8-9A1B-3798A51C2D7D}" dt="2026-08-11T12:14:19.951" v="2082" actId="478"/>
          <ac:spMkLst>
            <pc:docMk/>
            <pc:sldMk cId="2666252418" sldId="258"/>
            <ac:spMk id="91" creationId="{D60A0F59-409F-AC3F-E607-B0BFE1046D52}"/>
          </ac:spMkLst>
        </pc:spChg>
        <pc:spChg chg="add del mod ord">
          <ac:chgData name="Sviatoslav Eroshkin" userId="1ed510c0-64b6-479c-a181-d0802ea4c078" providerId="ADAL" clId="{531BBDE6-4749-4AD8-9A1B-3798A51C2D7D}" dt="2026-08-11T12:14:20.359" v="2083" actId="478"/>
          <ac:spMkLst>
            <pc:docMk/>
            <pc:sldMk cId="2666252418" sldId="258"/>
            <ac:spMk id="93" creationId="{8C2EA9C6-26CE-2402-2EC1-9331A6D8336B}"/>
          </ac:spMkLst>
        </pc:spChg>
        <pc:spChg chg="add del mod">
          <ac:chgData name="Sviatoslav Eroshkin" userId="1ed510c0-64b6-479c-a181-d0802ea4c078" providerId="ADAL" clId="{531BBDE6-4749-4AD8-9A1B-3798A51C2D7D}" dt="2026-08-11T09:44:36.065" v="1453" actId="478"/>
          <ac:spMkLst>
            <pc:docMk/>
            <pc:sldMk cId="2666252418" sldId="258"/>
            <ac:spMk id="95" creationId="{4C9F265D-7E5C-990A-EFCB-3563FF787C49}"/>
          </ac:spMkLst>
        </pc:spChg>
        <pc:spChg chg="add del mod">
          <ac:chgData name="Sviatoslav Eroshkin" userId="1ed510c0-64b6-479c-a181-d0802ea4c078" providerId="ADAL" clId="{531BBDE6-4749-4AD8-9A1B-3798A51C2D7D}" dt="2026-08-11T07:48:33.917" v="768" actId="478"/>
          <ac:spMkLst>
            <pc:docMk/>
            <pc:sldMk cId="2666252418" sldId="258"/>
            <ac:spMk id="96" creationId="{1D974D41-7893-7720-BEC3-372A69F755D2}"/>
          </ac:spMkLst>
        </pc:spChg>
        <pc:spChg chg="add del mod">
          <ac:chgData name="Sviatoslav Eroshkin" userId="1ed510c0-64b6-479c-a181-d0802ea4c078" providerId="ADAL" clId="{531BBDE6-4749-4AD8-9A1B-3798A51C2D7D}" dt="2026-08-11T07:48:31.998" v="766" actId="22"/>
          <ac:spMkLst>
            <pc:docMk/>
            <pc:sldMk cId="2666252418" sldId="258"/>
            <ac:spMk id="98" creationId="{C79D76E3-4017-2AE6-169F-27F30FFD3448}"/>
          </ac:spMkLst>
        </pc:spChg>
        <pc:spChg chg="add del">
          <ac:chgData name="Sviatoslav Eroshkin" userId="1ed510c0-64b6-479c-a181-d0802ea4c078" providerId="ADAL" clId="{531BBDE6-4749-4AD8-9A1B-3798A51C2D7D}" dt="2026-08-11T07:51:00.589" v="842" actId="478"/>
          <ac:spMkLst>
            <pc:docMk/>
            <pc:sldMk cId="2666252418" sldId="258"/>
            <ac:spMk id="99" creationId="{20983CBE-D531-CB78-FC2B-A5B86ADF894B}"/>
          </ac:spMkLst>
        </pc:spChg>
        <pc:spChg chg="add del mod">
          <ac:chgData name="Sviatoslav Eroshkin" userId="1ed510c0-64b6-479c-a181-d0802ea4c078" providerId="ADAL" clId="{531BBDE6-4749-4AD8-9A1B-3798A51C2D7D}" dt="2026-08-11T07:51:00.589" v="842" actId="478"/>
          <ac:spMkLst>
            <pc:docMk/>
            <pc:sldMk cId="2666252418" sldId="258"/>
            <ac:spMk id="101" creationId="{BC55E57A-AAD0-3E65-2E35-323A74F3F5E5}"/>
          </ac:spMkLst>
        </pc:spChg>
        <pc:spChg chg="add del mod">
          <ac:chgData name="Sviatoslav Eroshkin" userId="1ed510c0-64b6-479c-a181-d0802ea4c078" providerId="ADAL" clId="{531BBDE6-4749-4AD8-9A1B-3798A51C2D7D}" dt="2026-08-11T07:51:00.589" v="842" actId="478"/>
          <ac:spMkLst>
            <pc:docMk/>
            <pc:sldMk cId="2666252418" sldId="258"/>
            <ac:spMk id="103" creationId="{FC276D60-F2FA-B06A-BA5A-64DF1AF9EED4}"/>
          </ac:spMkLst>
        </pc:spChg>
        <pc:spChg chg="add del mod">
          <ac:chgData name="Sviatoslav Eroshkin" userId="1ed510c0-64b6-479c-a181-d0802ea4c078" providerId="ADAL" clId="{531BBDE6-4749-4AD8-9A1B-3798A51C2D7D}" dt="2026-08-11T07:51:00.589" v="842" actId="478"/>
          <ac:spMkLst>
            <pc:docMk/>
            <pc:sldMk cId="2666252418" sldId="258"/>
            <ac:spMk id="105" creationId="{55243537-CEE0-1BA6-6BBE-0E29BC8623EC}"/>
          </ac:spMkLst>
        </pc:spChg>
        <pc:spChg chg="add del mod">
          <ac:chgData name="Sviatoslav Eroshkin" userId="1ed510c0-64b6-479c-a181-d0802ea4c078" providerId="ADAL" clId="{531BBDE6-4749-4AD8-9A1B-3798A51C2D7D}" dt="2026-08-11T07:51:00.589" v="842" actId="478"/>
          <ac:spMkLst>
            <pc:docMk/>
            <pc:sldMk cId="2666252418" sldId="258"/>
            <ac:spMk id="106" creationId="{643394C4-3015-2FF3-3BBE-8F340353AFB4}"/>
          </ac:spMkLst>
        </pc:spChg>
        <pc:spChg chg="add del mod">
          <ac:chgData name="Sviatoslav Eroshkin" userId="1ed510c0-64b6-479c-a181-d0802ea4c078" providerId="ADAL" clId="{531BBDE6-4749-4AD8-9A1B-3798A51C2D7D}" dt="2026-08-11T07:49:21.983" v="794" actId="22"/>
          <ac:spMkLst>
            <pc:docMk/>
            <pc:sldMk cId="2666252418" sldId="258"/>
            <ac:spMk id="108" creationId="{D6CF6108-DE86-54F2-2932-AC477653B76E}"/>
          </ac:spMkLst>
        </pc:spChg>
        <pc:spChg chg="add del mod">
          <ac:chgData name="Sviatoslav Eroshkin" userId="1ed510c0-64b6-479c-a181-d0802ea4c078" providerId="ADAL" clId="{531BBDE6-4749-4AD8-9A1B-3798A51C2D7D}" dt="2026-08-11T07:49:21.164" v="792" actId="22"/>
          <ac:spMkLst>
            <pc:docMk/>
            <pc:sldMk cId="2666252418" sldId="258"/>
            <ac:spMk id="110" creationId="{6B299281-F8B5-A73C-56E5-2621ACCCBE63}"/>
          </ac:spMkLst>
        </pc:spChg>
        <pc:spChg chg="add del mod">
          <ac:chgData name="Sviatoslav Eroshkin" userId="1ed510c0-64b6-479c-a181-d0802ea4c078" providerId="ADAL" clId="{531BBDE6-4749-4AD8-9A1B-3798A51C2D7D}" dt="2026-08-11T07:49:20.674" v="790" actId="22"/>
          <ac:spMkLst>
            <pc:docMk/>
            <pc:sldMk cId="2666252418" sldId="258"/>
            <ac:spMk id="112" creationId="{CB9FE1A8-3BE8-6807-381F-2AC02A3D2EC1}"/>
          </ac:spMkLst>
        </pc:spChg>
        <pc:spChg chg="add del mod">
          <ac:chgData name="Sviatoslav Eroshkin" userId="1ed510c0-64b6-479c-a181-d0802ea4c078" providerId="ADAL" clId="{531BBDE6-4749-4AD8-9A1B-3798A51C2D7D}" dt="2026-08-11T07:49:20.128" v="788" actId="22"/>
          <ac:spMkLst>
            <pc:docMk/>
            <pc:sldMk cId="2666252418" sldId="258"/>
            <ac:spMk id="114" creationId="{4491F6C6-C90E-79D4-8DAD-27AAF83B6E1C}"/>
          </ac:spMkLst>
        </pc:spChg>
        <pc:spChg chg="add del mod">
          <ac:chgData name="Sviatoslav Eroshkin" userId="1ed510c0-64b6-479c-a181-d0802ea4c078" providerId="ADAL" clId="{531BBDE6-4749-4AD8-9A1B-3798A51C2D7D}" dt="2026-08-11T07:49:32.365" v="807" actId="22"/>
          <ac:spMkLst>
            <pc:docMk/>
            <pc:sldMk cId="2666252418" sldId="258"/>
            <ac:spMk id="116" creationId="{89F241CF-B186-1CE2-E316-66333E1009DA}"/>
          </ac:spMkLst>
        </pc:spChg>
        <pc:spChg chg="add del mod">
          <ac:chgData name="Sviatoslav Eroshkin" userId="1ed510c0-64b6-479c-a181-d0802ea4c078" providerId="ADAL" clId="{531BBDE6-4749-4AD8-9A1B-3798A51C2D7D}" dt="2026-08-11T07:49:31.612" v="805" actId="22"/>
          <ac:spMkLst>
            <pc:docMk/>
            <pc:sldMk cId="2666252418" sldId="258"/>
            <ac:spMk id="118" creationId="{A9E78B7C-DCFD-F395-28F8-BCF32BEE1085}"/>
          </ac:spMkLst>
        </pc:spChg>
        <pc:spChg chg="add del mod">
          <ac:chgData name="Sviatoslav Eroshkin" userId="1ed510c0-64b6-479c-a181-d0802ea4c078" providerId="ADAL" clId="{531BBDE6-4749-4AD8-9A1B-3798A51C2D7D}" dt="2026-08-11T07:49:31.055" v="803" actId="22"/>
          <ac:spMkLst>
            <pc:docMk/>
            <pc:sldMk cId="2666252418" sldId="258"/>
            <ac:spMk id="120" creationId="{DDE6075C-07C7-7CB8-E221-85D392110175}"/>
          </ac:spMkLst>
        </pc:spChg>
        <pc:spChg chg="add del mod">
          <ac:chgData name="Sviatoslav Eroshkin" userId="1ed510c0-64b6-479c-a181-d0802ea4c078" providerId="ADAL" clId="{531BBDE6-4749-4AD8-9A1B-3798A51C2D7D}" dt="2026-08-11T07:49:50.672" v="822" actId="22"/>
          <ac:spMkLst>
            <pc:docMk/>
            <pc:sldMk cId="2666252418" sldId="258"/>
            <ac:spMk id="122" creationId="{FF91A9B9-E40E-4E6E-AB32-700B7D7C92C8}"/>
          </ac:spMkLst>
        </pc:spChg>
        <pc:spChg chg="add del mod">
          <ac:chgData name="Sviatoslav Eroshkin" userId="1ed510c0-64b6-479c-a181-d0802ea4c078" providerId="ADAL" clId="{531BBDE6-4749-4AD8-9A1B-3798A51C2D7D}" dt="2026-08-11T07:49:50.094" v="820" actId="22"/>
          <ac:spMkLst>
            <pc:docMk/>
            <pc:sldMk cId="2666252418" sldId="258"/>
            <ac:spMk id="124" creationId="{B36F2A63-F64E-E3E1-B459-1EA2586F0AAD}"/>
          </ac:spMkLst>
        </pc:spChg>
        <pc:spChg chg="add del mod">
          <ac:chgData name="Sviatoslav Eroshkin" userId="1ed510c0-64b6-479c-a181-d0802ea4c078" providerId="ADAL" clId="{531BBDE6-4749-4AD8-9A1B-3798A51C2D7D}" dt="2026-08-11T07:49:49.622" v="818" actId="22"/>
          <ac:spMkLst>
            <pc:docMk/>
            <pc:sldMk cId="2666252418" sldId="258"/>
            <ac:spMk id="126" creationId="{1B036DE9-8C74-7108-6F6C-B6532BD45035}"/>
          </ac:spMkLst>
        </pc:spChg>
        <pc:spChg chg="add del mod">
          <ac:chgData name="Sviatoslav Eroshkin" userId="1ed510c0-64b6-479c-a181-d0802ea4c078" providerId="ADAL" clId="{531BBDE6-4749-4AD8-9A1B-3798A51C2D7D}" dt="2026-08-11T07:51:00.589" v="842" actId="478"/>
          <ac:spMkLst>
            <pc:docMk/>
            <pc:sldMk cId="2666252418" sldId="258"/>
            <ac:spMk id="128" creationId="{24EEB4A7-8EEC-C5E0-9D5E-C7D29F0A52A1}"/>
          </ac:spMkLst>
        </pc:spChg>
        <pc:spChg chg="add del mod">
          <ac:chgData name="Sviatoslav Eroshkin" userId="1ed510c0-64b6-479c-a181-d0802ea4c078" providerId="ADAL" clId="{531BBDE6-4749-4AD8-9A1B-3798A51C2D7D}" dt="2026-08-11T07:51:00.589" v="842" actId="478"/>
          <ac:spMkLst>
            <pc:docMk/>
            <pc:sldMk cId="2666252418" sldId="258"/>
            <ac:spMk id="130" creationId="{2E3D49C4-4A9D-2FA2-A9E0-E2AB67075B57}"/>
          </ac:spMkLst>
        </pc:spChg>
        <pc:spChg chg="add del">
          <ac:chgData name="Sviatoslav Eroshkin" userId="1ed510c0-64b6-479c-a181-d0802ea4c078" providerId="ADAL" clId="{531BBDE6-4749-4AD8-9A1B-3798A51C2D7D}" dt="2026-08-11T07:50:00.124" v="829" actId="22"/>
          <ac:spMkLst>
            <pc:docMk/>
            <pc:sldMk cId="2666252418" sldId="258"/>
            <ac:spMk id="132" creationId="{EBD5B180-59E9-24E6-7B3E-EDB7A30D13F3}"/>
          </ac:spMkLst>
        </pc:spChg>
        <pc:spChg chg="add del">
          <ac:chgData name="Sviatoslav Eroshkin" userId="1ed510c0-64b6-479c-a181-d0802ea4c078" providerId="ADAL" clId="{531BBDE6-4749-4AD8-9A1B-3798A51C2D7D}" dt="2026-08-11T07:50:05.632" v="833" actId="22"/>
          <ac:spMkLst>
            <pc:docMk/>
            <pc:sldMk cId="2666252418" sldId="258"/>
            <ac:spMk id="134" creationId="{87B4DD7D-9CE7-3869-75C1-D6944EA3D39C}"/>
          </ac:spMkLst>
        </pc:spChg>
        <pc:spChg chg="add del mod">
          <ac:chgData name="Sviatoslav Eroshkin" userId="1ed510c0-64b6-479c-a181-d0802ea4c078" providerId="ADAL" clId="{531BBDE6-4749-4AD8-9A1B-3798A51C2D7D}" dt="2026-08-11T07:51:00.589" v="842" actId="478"/>
          <ac:spMkLst>
            <pc:docMk/>
            <pc:sldMk cId="2666252418" sldId="258"/>
            <ac:spMk id="136" creationId="{19B8A66E-7062-FB41-02A1-F6405B7B7D84}"/>
          </ac:spMkLst>
        </pc:spChg>
        <pc:spChg chg="add del mod">
          <ac:chgData name="Sviatoslav Eroshkin" userId="1ed510c0-64b6-479c-a181-d0802ea4c078" providerId="ADAL" clId="{531BBDE6-4749-4AD8-9A1B-3798A51C2D7D}" dt="2026-08-11T07:50:16.138" v="841" actId="22"/>
          <ac:spMkLst>
            <pc:docMk/>
            <pc:sldMk cId="2666252418" sldId="258"/>
            <ac:spMk id="138" creationId="{B87E05B2-60CF-F457-2552-25F8F29C560C}"/>
          </ac:spMkLst>
        </pc:spChg>
        <pc:spChg chg="add mod">
          <ac:chgData name="Sviatoslav Eroshkin" userId="1ed510c0-64b6-479c-a181-d0802ea4c078" providerId="ADAL" clId="{531BBDE6-4749-4AD8-9A1B-3798A51C2D7D}" dt="2026-08-11T08:22:27.496" v="932" actId="14100"/>
          <ac:spMkLst>
            <pc:docMk/>
            <pc:sldMk cId="2666252418" sldId="258"/>
            <ac:spMk id="144" creationId="{E9E11774-1B64-36C1-A4D0-3263D8080D68}"/>
          </ac:spMkLst>
        </pc:spChg>
        <pc:spChg chg="add mod">
          <ac:chgData name="Sviatoslav Eroshkin" userId="1ed510c0-64b6-479c-a181-d0802ea4c078" providerId="ADAL" clId="{531BBDE6-4749-4AD8-9A1B-3798A51C2D7D}" dt="2026-08-11T08:22:32.103" v="933" actId="1076"/>
          <ac:spMkLst>
            <pc:docMk/>
            <pc:sldMk cId="2666252418" sldId="258"/>
            <ac:spMk id="146" creationId="{9A880CB8-5E31-1FA8-578D-E3B8A3EA91F2}"/>
          </ac:spMkLst>
        </pc:spChg>
        <pc:spChg chg="add mod">
          <ac:chgData name="Sviatoslav Eroshkin" userId="1ed510c0-64b6-479c-a181-d0802ea4c078" providerId="ADAL" clId="{531BBDE6-4749-4AD8-9A1B-3798A51C2D7D}" dt="2026-08-11T08:46:23.998" v="1240" actId="13822"/>
          <ac:spMkLst>
            <pc:docMk/>
            <pc:sldMk cId="2666252418" sldId="258"/>
            <ac:spMk id="148" creationId="{861B4A7D-7A71-8D9F-6D3D-28FF2DF3219D}"/>
          </ac:spMkLst>
        </pc:spChg>
        <pc:spChg chg="add mod">
          <ac:chgData name="Sviatoslav Eroshkin" userId="1ed510c0-64b6-479c-a181-d0802ea4c078" providerId="ADAL" clId="{531BBDE6-4749-4AD8-9A1B-3798A51C2D7D}" dt="2026-08-11T11:15:19.210" v="1791" actId="1076"/>
          <ac:spMkLst>
            <pc:docMk/>
            <pc:sldMk cId="2666252418" sldId="258"/>
            <ac:spMk id="150" creationId="{AD2AE35D-1D71-F71D-7105-F2A337B24172}"/>
          </ac:spMkLst>
        </pc:spChg>
        <pc:spChg chg="add del mod">
          <ac:chgData name="Sviatoslav Eroshkin" userId="1ed510c0-64b6-479c-a181-d0802ea4c078" providerId="ADAL" clId="{531BBDE6-4749-4AD8-9A1B-3798A51C2D7D}" dt="2026-08-11T08:23:08.598" v="979" actId="22"/>
          <ac:spMkLst>
            <pc:docMk/>
            <pc:sldMk cId="2666252418" sldId="258"/>
            <ac:spMk id="152" creationId="{557DA4BE-423D-9615-D95C-D75690070697}"/>
          </ac:spMkLst>
        </pc:spChg>
        <pc:spChg chg="add del mod">
          <ac:chgData name="Sviatoslav Eroshkin" userId="1ed510c0-64b6-479c-a181-d0802ea4c078" providerId="ADAL" clId="{531BBDE6-4749-4AD8-9A1B-3798A51C2D7D}" dt="2026-08-11T08:23:26.649" v="992" actId="478"/>
          <ac:spMkLst>
            <pc:docMk/>
            <pc:sldMk cId="2666252418" sldId="258"/>
            <ac:spMk id="154" creationId="{371CCE22-32B0-9A46-0B66-D0641933F9B7}"/>
          </ac:spMkLst>
        </pc:spChg>
        <pc:spChg chg="add mod">
          <ac:chgData name="Sviatoslav Eroshkin" userId="1ed510c0-64b6-479c-a181-d0802ea4c078" providerId="ADAL" clId="{531BBDE6-4749-4AD8-9A1B-3798A51C2D7D}" dt="2026-08-11T11:15:19.210" v="1791" actId="1076"/>
          <ac:spMkLst>
            <pc:docMk/>
            <pc:sldMk cId="2666252418" sldId="258"/>
            <ac:spMk id="156" creationId="{2BA8401B-5690-B4D3-8605-1FEE490DF11D}"/>
          </ac:spMkLst>
        </pc:spChg>
        <pc:spChg chg="add del">
          <ac:chgData name="Sviatoslav Eroshkin" userId="1ed510c0-64b6-479c-a181-d0802ea4c078" providerId="ADAL" clId="{531BBDE6-4749-4AD8-9A1B-3798A51C2D7D}" dt="2026-08-11T08:23:41.060" v="999" actId="22"/>
          <ac:spMkLst>
            <pc:docMk/>
            <pc:sldMk cId="2666252418" sldId="258"/>
            <ac:spMk id="158" creationId="{862F37FF-4E06-623B-9ACA-AD570D726DD8}"/>
          </ac:spMkLst>
        </pc:spChg>
        <pc:spChg chg="add mod">
          <ac:chgData name="Sviatoslav Eroshkin" userId="1ed510c0-64b6-479c-a181-d0802ea4c078" providerId="ADAL" clId="{531BBDE6-4749-4AD8-9A1B-3798A51C2D7D}" dt="2026-08-11T08:23:40.755" v="998" actId="571"/>
          <ac:spMkLst>
            <pc:docMk/>
            <pc:sldMk cId="2666252418" sldId="258"/>
            <ac:spMk id="159" creationId="{DDCDC2F8-C84D-CDA3-663D-0E22DB74EB01}"/>
          </ac:spMkLst>
        </pc:spChg>
        <pc:spChg chg="add mod">
          <ac:chgData name="Sviatoslav Eroshkin" userId="1ed510c0-64b6-479c-a181-d0802ea4c078" providerId="ADAL" clId="{531BBDE6-4749-4AD8-9A1B-3798A51C2D7D}" dt="2026-08-11T11:15:19.210" v="1791" actId="1076"/>
          <ac:spMkLst>
            <pc:docMk/>
            <pc:sldMk cId="2666252418" sldId="258"/>
            <ac:spMk id="161" creationId="{D7D6A4BF-8445-AD09-6BF4-A5AC86546DED}"/>
          </ac:spMkLst>
        </pc:spChg>
        <pc:spChg chg="add mod">
          <ac:chgData name="Sviatoslav Eroshkin" userId="1ed510c0-64b6-479c-a181-d0802ea4c078" providerId="ADAL" clId="{531BBDE6-4749-4AD8-9A1B-3798A51C2D7D}" dt="2026-08-11T11:16:03.252" v="1806" actId="1076"/>
          <ac:spMkLst>
            <pc:docMk/>
            <pc:sldMk cId="2666252418" sldId="258"/>
            <ac:spMk id="163" creationId="{4AAF669C-8688-9AC7-C4E1-6B3D07B34EA2}"/>
          </ac:spMkLst>
        </pc:spChg>
        <pc:spChg chg="add mod">
          <ac:chgData name="Sviatoslav Eroshkin" userId="1ed510c0-64b6-479c-a181-d0802ea4c078" providerId="ADAL" clId="{531BBDE6-4749-4AD8-9A1B-3798A51C2D7D}" dt="2026-08-11T08:43:34.384" v="1219" actId="1076"/>
          <ac:spMkLst>
            <pc:docMk/>
            <pc:sldMk cId="2666252418" sldId="258"/>
            <ac:spMk id="165" creationId="{EA527779-C622-148B-1770-A9BDC20F94C7}"/>
          </ac:spMkLst>
        </pc:spChg>
        <pc:spChg chg="add mod">
          <ac:chgData name="Sviatoslav Eroshkin" userId="1ed510c0-64b6-479c-a181-d0802ea4c078" providerId="ADAL" clId="{531BBDE6-4749-4AD8-9A1B-3798A51C2D7D}" dt="2026-08-11T08:43:34.384" v="1219" actId="1076"/>
          <ac:spMkLst>
            <pc:docMk/>
            <pc:sldMk cId="2666252418" sldId="258"/>
            <ac:spMk id="167" creationId="{9555900D-392C-2826-17D5-D043ABAE14AF}"/>
          </ac:spMkLst>
        </pc:spChg>
        <pc:spChg chg="add mod">
          <ac:chgData name="Sviatoslav Eroshkin" userId="1ed510c0-64b6-479c-a181-d0802ea4c078" providerId="ADAL" clId="{531BBDE6-4749-4AD8-9A1B-3798A51C2D7D}" dt="2026-08-11T08:46:23.998" v="1240" actId="13822"/>
          <ac:spMkLst>
            <pc:docMk/>
            <pc:sldMk cId="2666252418" sldId="258"/>
            <ac:spMk id="169" creationId="{AE96DB87-86A0-F17F-61BB-EA1485F2B008}"/>
          </ac:spMkLst>
        </pc:spChg>
        <pc:spChg chg="add mod">
          <ac:chgData name="Sviatoslav Eroshkin" userId="1ed510c0-64b6-479c-a181-d0802ea4c078" providerId="ADAL" clId="{531BBDE6-4749-4AD8-9A1B-3798A51C2D7D}" dt="2026-08-11T08:43:34.384" v="1219" actId="1076"/>
          <ac:spMkLst>
            <pc:docMk/>
            <pc:sldMk cId="2666252418" sldId="258"/>
            <ac:spMk id="171" creationId="{B4DFE2BE-FAB5-D83D-BFAE-515F51895E52}"/>
          </ac:spMkLst>
        </pc:spChg>
        <pc:spChg chg="add mod">
          <ac:chgData name="Sviatoslav Eroshkin" userId="1ed510c0-64b6-479c-a181-d0802ea4c078" providerId="ADAL" clId="{531BBDE6-4749-4AD8-9A1B-3798A51C2D7D}" dt="2026-08-11T08:43:34.384" v="1219" actId="1076"/>
          <ac:spMkLst>
            <pc:docMk/>
            <pc:sldMk cId="2666252418" sldId="258"/>
            <ac:spMk id="173" creationId="{8F849855-8D5B-4479-C436-0917DB14E377}"/>
          </ac:spMkLst>
        </pc:spChg>
        <pc:spChg chg="add mod">
          <ac:chgData name="Sviatoslav Eroshkin" userId="1ed510c0-64b6-479c-a181-d0802ea4c078" providerId="ADAL" clId="{531BBDE6-4749-4AD8-9A1B-3798A51C2D7D}" dt="2026-08-11T08:43:34.384" v="1219" actId="1076"/>
          <ac:spMkLst>
            <pc:docMk/>
            <pc:sldMk cId="2666252418" sldId="258"/>
            <ac:spMk id="175" creationId="{9AF097D0-ECD6-10AC-EC14-272EFEEC267B}"/>
          </ac:spMkLst>
        </pc:spChg>
        <pc:spChg chg="add mod">
          <ac:chgData name="Sviatoslav Eroshkin" userId="1ed510c0-64b6-479c-a181-d0802ea4c078" providerId="ADAL" clId="{531BBDE6-4749-4AD8-9A1B-3798A51C2D7D}" dt="2026-08-11T08:43:34.384" v="1219" actId="1076"/>
          <ac:spMkLst>
            <pc:docMk/>
            <pc:sldMk cId="2666252418" sldId="258"/>
            <ac:spMk id="177" creationId="{9CD6C39E-11DD-19D6-51E7-5C8227DA4D8E}"/>
          </ac:spMkLst>
        </pc:spChg>
        <pc:spChg chg="add del mod">
          <ac:chgData name="Sviatoslav Eroshkin" userId="1ed510c0-64b6-479c-a181-d0802ea4c078" providerId="ADAL" clId="{531BBDE6-4749-4AD8-9A1B-3798A51C2D7D}" dt="2026-08-11T08:56:29.739" v="1326" actId="478"/>
          <ac:spMkLst>
            <pc:docMk/>
            <pc:sldMk cId="2666252418" sldId="258"/>
            <ac:spMk id="179" creationId="{F746BEFF-095D-650D-197B-371F6DE6D7B4}"/>
          </ac:spMkLst>
        </pc:spChg>
        <pc:spChg chg="add mod">
          <ac:chgData name="Sviatoslav Eroshkin" userId="1ed510c0-64b6-479c-a181-d0802ea4c078" providerId="ADAL" clId="{531BBDE6-4749-4AD8-9A1B-3798A51C2D7D}" dt="2026-08-11T08:44:05.436" v="1225" actId="1076"/>
          <ac:spMkLst>
            <pc:docMk/>
            <pc:sldMk cId="2666252418" sldId="258"/>
            <ac:spMk id="181" creationId="{9E232918-E768-D2EB-3DE7-937E5DBC303B}"/>
          </ac:spMkLst>
        </pc:spChg>
        <pc:spChg chg="add mod">
          <ac:chgData name="Sviatoslav Eroshkin" userId="1ed510c0-64b6-479c-a181-d0802ea4c078" providerId="ADAL" clId="{531BBDE6-4749-4AD8-9A1B-3798A51C2D7D}" dt="2026-08-11T09:01:08.728" v="1333" actId="1076"/>
          <ac:spMkLst>
            <pc:docMk/>
            <pc:sldMk cId="2666252418" sldId="258"/>
            <ac:spMk id="183" creationId="{8BF13AF8-22D6-E45E-8792-F27479DD82D1}"/>
          </ac:spMkLst>
        </pc:spChg>
        <pc:spChg chg="add mod">
          <ac:chgData name="Sviatoslav Eroshkin" userId="1ed510c0-64b6-479c-a181-d0802ea4c078" providerId="ADAL" clId="{531BBDE6-4749-4AD8-9A1B-3798A51C2D7D}" dt="2026-08-11T11:15:19.210" v="1791" actId="1076"/>
          <ac:spMkLst>
            <pc:docMk/>
            <pc:sldMk cId="2666252418" sldId="258"/>
            <ac:spMk id="185" creationId="{00B5B017-1025-262A-AD3F-3058EF2DC80A}"/>
          </ac:spMkLst>
        </pc:spChg>
        <pc:spChg chg="add mod">
          <ac:chgData name="Sviatoslav Eroshkin" userId="1ed510c0-64b6-479c-a181-d0802ea4c078" providerId="ADAL" clId="{531BBDE6-4749-4AD8-9A1B-3798A51C2D7D}" dt="2026-08-11T11:15:19.210" v="1791" actId="1076"/>
          <ac:spMkLst>
            <pc:docMk/>
            <pc:sldMk cId="2666252418" sldId="258"/>
            <ac:spMk id="187" creationId="{6718D618-9697-3EF1-3F43-D848FADE1897}"/>
          </ac:spMkLst>
        </pc:spChg>
        <pc:spChg chg="add mod">
          <ac:chgData name="Sviatoslav Eroshkin" userId="1ed510c0-64b6-479c-a181-d0802ea4c078" providerId="ADAL" clId="{531BBDE6-4749-4AD8-9A1B-3798A51C2D7D}" dt="2026-08-11T09:01:08.728" v="1333" actId="1076"/>
          <ac:spMkLst>
            <pc:docMk/>
            <pc:sldMk cId="2666252418" sldId="258"/>
            <ac:spMk id="189" creationId="{784F569D-A893-CA61-1F4D-CD8E4B921958}"/>
          </ac:spMkLst>
        </pc:spChg>
        <pc:spChg chg="add mod">
          <ac:chgData name="Sviatoslav Eroshkin" userId="1ed510c0-64b6-479c-a181-d0802ea4c078" providerId="ADAL" clId="{531BBDE6-4749-4AD8-9A1B-3798A51C2D7D}" dt="2026-08-11T08:44:05.436" v="1225" actId="1076"/>
          <ac:spMkLst>
            <pc:docMk/>
            <pc:sldMk cId="2666252418" sldId="258"/>
            <ac:spMk id="191" creationId="{32A178E1-7B46-A4D7-6EA2-0064EC7688BC}"/>
          </ac:spMkLst>
        </pc:spChg>
        <pc:spChg chg="add mod">
          <ac:chgData name="Sviatoslav Eroshkin" userId="1ed510c0-64b6-479c-a181-d0802ea4c078" providerId="ADAL" clId="{531BBDE6-4749-4AD8-9A1B-3798A51C2D7D}" dt="2026-08-11T11:15:19.210" v="1791" actId="1076"/>
          <ac:spMkLst>
            <pc:docMk/>
            <pc:sldMk cId="2666252418" sldId="258"/>
            <ac:spMk id="193" creationId="{1A2C5346-8818-BD2B-8081-30BCED4D69CF}"/>
          </ac:spMkLst>
        </pc:spChg>
        <pc:spChg chg="add mod">
          <ac:chgData name="Sviatoslav Eroshkin" userId="1ed510c0-64b6-479c-a181-d0802ea4c078" providerId="ADAL" clId="{531BBDE6-4749-4AD8-9A1B-3798A51C2D7D}" dt="2026-08-11T08:46:23.998" v="1240" actId="13822"/>
          <ac:spMkLst>
            <pc:docMk/>
            <pc:sldMk cId="2666252418" sldId="258"/>
            <ac:spMk id="195" creationId="{1F40447E-8679-A74E-A4C9-6CC8EF3BD0D8}"/>
          </ac:spMkLst>
        </pc:spChg>
        <pc:spChg chg="add del mod">
          <ac:chgData name="Sviatoslav Eroshkin" userId="1ed510c0-64b6-479c-a181-d0802ea4c078" providerId="ADAL" clId="{531BBDE6-4749-4AD8-9A1B-3798A51C2D7D}" dt="2026-08-11T08:40:47.650" v="1147" actId="22"/>
          <ac:spMkLst>
            <pc:docMk/>
            <pc:sldMk cId="2666252418" sldId="258"/>
            <ac:spMk id="197" creationId="{C4562FA2-F922-D78E-2FC3-A9D249468E93}"/>
          </ac:spMkLst>
        </pc:spChg>
        <pc:spChg chg="add del mod">
          <ac:chgData name="Sviatoslav Eroshkin" userId="1ed510c0-64b6-479c-a181-d0802ea4c078" providerId="ADAL" clId="{531BBDE6-4749-4AD8-9A1B-3798A51C2D7D}" dt="2026-08-11T08:40:47.650" v="1147" actId="22"/>
          <ac:spMkLst>
            <pc:docMk/>
            <pc:sldMk cId="2666252418" sldId="258"/>
            <ac:spMk id="199" creationId="{7EB21DB5-7A31-8F8F-3F89-0D3921F52571}"/>
          </ac:spMkLst>
        </pc:spChg>
        <pc:spChg chg="add del mod">
          <ac:chgData name="Sviatoslav Eroshkin" userId="1ed510c0-64b6-479c-a181-d0802ea4c078" providerId="ADAL" clId="{531BBDE6-4749-4AD8-9A1B-3798A51C2D7D}" dt="2026-08-11T08:40:47.650" v="1147" actId="22"/>
          <ac:spMkLst>
            <pc:docMk/>
            <pc:sldMk cId="2666252418" sldId="258"/>
            <ac:spMk id="201" creationId="{9D85F8C8-4DF8-D54A-2881-E863B3A76E3E}"/>
          </ac:spMkLst>
        </pc:spChg>
        <pc:spChg chg="add del mod">
          <ac:chgData name="Sviatoslav Eroshkin" userId="1ed510c0-64b6-479c-a181-d0802ea4c078" providerId="ADAL" clId="{531BBDE6-4749-4AD8-9A1B-3798A51C2D7D}" dt="2026-08-11T08:40:47.650" v="1147" actId="22"/>
          <ac:spMkLst>
            <pc:docMk/>
            <pc:sldMk cId="2666252418" sldId="258"/>
            <ac:spMk id="203" creationId="{E8EBC635-F817-464F-0B17-F1BA6775E2F6}"/>
          </ac:spMkLst>
        </pc:spChg>
        <pc:spChg chg="add del mod">
          <ac:chgData name="Sviatoslav Eroshkin" userId="1ed510c0-64b6-479c-a181-d0802ea4c078" providerId="ADAL" clId="{531BBDE6-4749-4AD8-9A1B-3798A51C2D7D}" dt="2026-08-11T08:40:47.650" v="1147" actId="22"/>
          <ac:spMkLst>
            <pc:docMk/>
            <pc:sldMk cId="2666252418" sldId="258"/>
            <ac:spMk id="205" creationId="{40B4AFCA-A0CA-4866-DECB-25731E3C673B}"/>
          </ac:spMkLst>
        </pc:spChg>
        <pc:spChg chg="add del mod">
          <ac:chgData name="Sviatoslav Eroshkin" userId="1ed510c0-64b6-479c-a181-d0802ea4c078" providerId="ADAL" clId="{531BBDE6-4749-4AD8-9A1B-3798A51C2D7D}" dt="2026-08-11T08:40:47.650" v="1147" actId="22"/>
          <ac:spMkLst>
            <pc:docMk/>
            <pc:sldMk cId="2666252418" sldId="258"/>
            <ac:spMk id="207" creationId="{D62F21D1-B34C-E514-4845-079B579627A0}"/>
          </ac:spMkLst>
        </pc:spChg>
        <pc:spChg chg="add del mod">
          <ac:chgData name="Sviatoslav Eroshkin" userId="1ed510c0-64b6-479c-a181-d0802ea4c078" providerId="ADAL" clId="{531BBDE6-4749-4AD8-9A1B-3798A51C2D7D}" dt="2026-08-11T08:40:47.650" v="1147" actId="22"/>
          <ac:spMkLst>
            <pc:docMk/>
            <pc:sldMk cId="2666252418" sldId="258"/>
            <ac:spMk id="209" creationId="{D16AAB02-A100-E4E8-42DF-DF5E9102A586}"/>
          </ac:spMkLst>
        </pc:spChg>
        <pc:spChg chg="add del mod">
          <ac:chgData name="Sviatoslav Eroshkin" userId="1ed510c0-64b6-479c-a181-d0802ea4c078" providerId="ADAL" clId="{531BBDE6-4749-4AD8-9A1B-3798A51C2D7D}" dt="2026-08-11T08:40:47.650" v="1147" actId="22"/>
          <ac:spMkLst>
            <pc:docMk/>
            <pc:sldMk cId="2666252418" sldId="258"/>
            <ac:spMk id="211" creationId="{7EFD577D-4AB2-CA28-C391-6124630593D6}"/>
          </ac:spMkLst>
        </pc:spChg>
        <pc:spChg chg="add mod">
          <ac:chgData name="Sviatoslav Eroshkin" userId="1ed510c0-64b6-479c-a181-d0802ea4c078" providerId="ADAL" clId="{531BBDE6-4749-4AD8-9A1B-3798A51C2D7D}" dt="2026-08-11T09:01:08.728" v="1333" actId="1076"/>
          <ac:spMkLst>
            <pc:docMk/>
            <pc:sldMk cId="2666252418" sldId="258"/>
            <ac:spMk id="213" creationId="{BB24E07B-4A35-888C-A981-3393DDF4B97F}"/>
          </ac:spMkLst>
        </pc:spChg>
        <pc:spChg chg="add mod">
          <ac:chgData name="Sviatoslav Eroshkin" userId="1ed510c0-64b6-479c-a181-d0802ea4c078" providerId="ADAL" clId="{531BBDE6-4749-4AD8-9A1B-3798A51C2D7D}" dt="2026-08-11T11:15:19.210" v="1791" actId="1076"/>
          <ac:spMkLst>
            <pc:docMk/>
            <pc:sldMk cId="2666252418" sldId="258"/>
            <ac:spMk id="215" creationId="{F86A52C4-2226-6418-6F64-95ADAE400003}"/>
          </ac:spMkLst>
        </pc:spChg>
        <pc:spChg chg="add mod">
          <ac:chgData name="Sviatoslav Eroshkin" userId="1ed510c0-64b6-479c-a181-d0802ea4c078" providerId="ADAL" clId="{531BBDE6-4749-4AD8-9A1B-3798A51C2D7D}" dt="2026-08-11T08:43:22.144" v="1217" actId="1076"/>
          <ac:spMkLst>
            <pc:docMk/>
            <pc:sldMk cId="2666252418" sldId="258"/>
            <ac:spMk id="217" creationId="{11AD2467-F518-CF05-50C2-F63C4CEC8682}"/>
          </ac:spMkLst>
        </pc:spChg>
        <pc:spChg chg="add mod">
          <ac:chgData name="Sviatoslav Eroshkin" userId="1ed510c0-64b6-479c-a181-d0802ea4c078" providerId="ADAL" clId="{531BBDE6-4749-4AD8-9A1B-3798A51C2D7D}" dt="2026-08-11T11:15:19.210" v="1791" actId="1076"/>
          <ac:spMkLst>
            <pc:docMk/>
            <pc:sldMk cId="2666252418" sldId="258"/>
            <ac:spMk id="219" creationId="{C33CADD8-1A69-843A-2A47-2E84006E0476}"/>
          </ac:spMkLst>
        </pc:spChg>
        <pc:spChg chg="add mod">
          <ac:chgData name="Sviatoslav Eroshkin" userId="1ed510c0-64b6-479c-a181-d0802ea4c078" providerId="ADAL" clId="{531BBDE6-4749-4AD8-9A1B-3798A51C2D7D}" dt="2026-08-11T08:46:23.998" v="1240" actId="13822"/>
          <ac:spMkLst>
            <pc:docMk/>
            <pc:sldMk cId="2666252418" sldId="258"/>
            <ac:spMk id="221" creationId="{102C9A37-26E6-7163-B3AB-601B76BD40F1}"/>
          </ac:spMkLst>
        </pc:spChg>
        <pc:spChg chg="add mod">
          <ac:chgData name="Sviatoslav Eroshkin" userId="1ed510c0-64b6-479c-a181-d0802ea4c078" providerId="ADAL" clId="{531BBDE6-4749-4AD8-9A1B-3798A51C2D7D}" dt="2026-08-11T09:01:08.728" v="1333" actId="1076"/>
          <ac:spMkLst>
            <pc:docMk/>
            <pc:sldMk cId="2666252418" sldId="258"/>
            <ac:spMk id="223" creationId="{FC1F1D94-C9C4-4C43-A6A3-3433211541FE}"/>
          </ac:spMkLst>
        </pc:spChg>
        <pc:spChg chg="add mod">
          <ac:chgData name="Sviatoslav Eroshkin" userId="1ed510c0-64b6-479c-a181-d0802ea4c078" providerId="ADAL" clId="{531BBDE6-4749-4AD8-9A1B-3798A51C2D7D}" dt="2026-08-11T09:01:08.728" v="1333" actId="1076"/>
          <ac:spMkLst>
            <pc:docMk/>
            <pc:sldMk cId="2666252418" sldId="258"/>
            <ac:spMk id="225" creationId="{1D2EA9D0-52AD-1C37-96A1-AF0CC515261F}"/>
          </ac:spMkLst>
        </pc:spChg>
        <pc:spChg chg="add mod">
          <ac:chgData name="Sviatoslav Eroshkin" userId="1ed510c0-64b6-479c-a181-d0802ea4c078" providerId="ADAL" clId="{531BBDE6-4749-4AD8-9A1B-3798A51C2D7D}" dt="2026-08-11T08:43:22.144" v="1217" actId="1076"/>
          <ac:spMkLst>
            <pc:docMk/>
            <pc:sldMk cId="2666252418" sldId="258"/>
            <ac:spMk id="227" creationId="{1CA202A1-C165-ED23-FBDE-83FEC596F0C8}"/>
          </ac:spMkLst>
        </pc:spChg>
        <pc:spChg chg="add mod">
          <ac:chgData name="Sviatoslav Eroshkin" userId="1ed510c0-64b6-479c-a181-d0802ea4c078" providerId="ADAL" clId="{531BBDE6-4749-4AD8-9A1B-3798A51C2D7D}" dt="2026-08-11T11:15:19.210" v="1791" actId="1076"/>
          <ac:spMkLst>
            <pc:docMk/>
            <pc:sldMk cId="2666252418" sldId="258"/>
            <ac:spMk id="229" creationId="{6E68BBB8-D9B8-50AF-C9F2-4639375F89F6}"/>
          </ac:spMkLst>
        </pc:spChg>
        <pc:spChg chg="add mod">
          <ac:chgData name="Sviatoslav Eroshkin" userId="1ed510c0-64b6-479c-a181-d0802ea4c078" providerId="ADAL" clId="{531BBDE6-4749-4AD8-9A1B-3798A51C2D7D}" dt="2026-08-11T08:46:23.998" v="1240" actId="13822"/>
          <ac:spMkLst>
            <pc:docMk/>
            <pc:sldMk cId="2666252418" sldId="258"/>
            <ac:spMk id="231" creationId="{1E948E63-913A-49D8-50CE-37705589AC6D}"/>
          </ac:spMkLst>
        </pc:spChg>
        <pc:spChg chg="add mod">
          <ac:chgData name="Sviatoslav Eroshkin" userId="1ed510c0-64b6-479c-a181-d0802ea4c078" providerId="ADAL" clId="{531BBDE6-4749-4AD8-9A1B-3798A51C2D7D}" dt="2026-08-11T08:44:24.075" v="1229" actId="1076"/>
          <ac:spMkLst>
            <pc:docMk/>
            <pc:sldMk cId="2666252418" sldId="258"/>
            <ac:spMk id="233" creationId="{0FEED867-FE9F-9AF8-30F2-2F9527A9C41B}"/>
          </ac:spMkLst>
        </pc:spChg>
        <pc:spChg chg="add mod">
          <ac:chgData name="Sviatoslav Eroshkin" userId="1ed510c0-64b6-479c-a181-d0802ea4c078" providerId="ADAL" clId="{531BBDE6-4749-4AD8-9A1B-3798A51C2D7D}" dt="2026-08-11T09:01:08.728" v="1333" actId="1076"/>
          <ac:spMkLst>
            <pc:docMk/>
            <pc:sldMk cId="2666252418" sldId="258"/>
            <ac:spMk id="235" creationId="{075B3A60-CAF9-9893-C09D-01A0C0774532}"/>
          </ac:spMkLst>
        </pc:spChg>
        <pc:spChg chg="add mod">
          <ac:chgData name="Sviatoslav Eroshkin" userId="1ed510c0-64b6-479c-a181-d0802ea4c078" providerId="ADAL" clId="{531BBDE6-4749-4AD8-9A1B-3798A51C2D7D}" dt="2026-08-11T08:44:24.075" v="1229" actId="1076"/>
          <ac:spMkLst>
            <pc:docMk/>
            <pc:sldMk cId="2666252418" sldId="258"/>
            <ac:spMk id="237" creationId="{11CDE36A-F953-F4E3-E869-F666EFA90B31}"/>
          </ac:spMkLst>
        </pc:spChg>
        <pc:spChg chg="add mod">
          <ac:chgData name="Sviatoslav Eroshkin" userId="1ed510c0-64b6-479c-a181-d0802ea4c078" providerId="ADAL" clId="{531BBDE6-4749-4AD8-9A1B-3798A51C2D7D}" dt="2026-08-11T08:46:23.998" v="1240" actId="13822"/>
          <ac:spMkLst>
            <pc:docMk/>
            <pc:sldMk cId="2666252418" sldId="258"/>
            <ac:spMk id="239" creationId="{0C8DEDBF-A92B-00F4-BD03-FCCE31109FC0}"/>
          </ac:spMkLst>
        </pc:spChg>
        <pc:spChg chg="add del mod">
          <ac:chgData name="Sviatoslav Eroshkin" userId="1ed510c0-64b6-479c-a181-d0802ea4c078" providerId="ADAL" clId="{531BBDE6-4749-4AD8-9A1B-3798A51C2D7D}" dt="2026-08-11T08:42:19.505" v="1200" actId="478"/>
          <ac:spMkLst>
            <pc:docMk/>
            <pc:sldMk cId="2666252418" sldId="258"/>
            <ac:spMk id="241" creationId="{7A297F81-B9A5-D274-EC2A-06FA703F3810}"/>
          </ac:spMkLst>
        </pc:spChg>
        <pc:spChg chg="add mod">
          <ac:chgData name="Sviatoslav Eroshkin" userId="1ed510c0-64b6-479c-a181-d0802ea4c078" providerId="ADAL" clId="{531BBDE6-4749-4AD8-9A1B-3798A51C2D7D}" dt="2026-08-11T11:15:19.210" v="1791" actId="1076"/>
          <ac:spMkLst>
            <pc:docMk/>
            <pc:sldMk cId="2666252418" sldId="258"/>
            <ac:spMk id="243" creationId="{B62CC5D8-98E1-AA27-7EDA-F6F511882BBD}"/>
          </ac:spMkLst>
        </pc:spChg>
        <pc:spChg chg="add del">
          <ac:chgData name="Sviatoslav Eroshkin" userId="1ed510c0-64b6-479c-a181-d0802ea4c078" providerId="ADAL" clId="{531BBDE6-4749-4AD8-9A1B-3798A51C2D7D}" dt="2026-08-11T08:42:20.660" v="1202" actId="22"/>
          <ac:spMkLst>
            <pc:docMk/>
            <pc:sldMk cId="2666252418" sldId="258"/>
            <ac:spMk id="245" creationId="{C0357E75-7515-FFE3-5F78-C9D28833D592}"/>
          </ac:spMkLst>
        </pc:spChg>
        <pc:spChg chg="add del">
          <ac:chgData name="Sviatoslav Eroshkin" userId="1ed510c0-64b6-479c-a181-d0802ea4c078" providerId="ADAL" clId="{531BBDE6-4749-4AD8-9A1B-3798A51C2D7D}" dt="2026-08-11T08:42:20.660" v="1202" actId="22"/>
          <ac:spMkLst>
            <pc:docMk/>
            <pc:sldMk cId="2666252418" sldId="258"/>
            <ac:spMk id="247" creationId="{F86D0F2C-A20F-9A42-B91E-48E79C2DADCE}"/>
          </ac:spMkLst>
        </pc:spChg>
        <pc:spChg chg="add del">
          <ac:chgData name="Sviatoslav Eroshkin" userId="1ed510c0-64b6-479c-a181-d0802ea4c078" providerId="ADAL" clId="{531BBDE6-4749-4AD8-9A1B-3798A51C2D7D}" dt="2026-08-11T08:42:20.660" v="1202" actId="22"/>
          <ac:spMkLst>
            <pc:docMk/>
            <pc:sldMk cId="2666252418" sldId="258"/>
            <ac:spMk id="249" creationId="{99768447-ACF7-1972-CFED-D36DEA75A0D3}"/>
          </ac:spMkLst>
        </pc:spChg>
        <pc:spChg chg="add del">
          <ac:chgData name="Sviatoslav Eroshkin" userId="1ed510c0-64b6-479c-a181-d0802ea4c078" providerId="ADAL" clId="{531BBDE6-4749-4AD8-9A1B-3798A51C2D7D}" dt="2026-08-11T08:42:20.660" v="1202" actId="22"/>
          <ac:spMkLst>
            <pc:docMk/>
            <pc:sldMk cId="2666252418" sldId="258"/>
            <ac:spMk id="251" creationId="{7893F71C-C893-80B4-483C-823B3AF4103A}"/>
          </ac:spMkLst>
        </pc:spChg>
        <pc:spChg chg="add del">
          <ac:chgData name="Sviatoslav Eroshkin" userId="1ed510c0-64b6-479c-a181-d0802ea4c078" providerId="ADAL" clId="{531BBDE6-4749-4AD8-9A1B-3798A51C2D7D}" dt="2026-08-11T08:42:20.660" v="1202" actId="22"/>
          <ac:spMkLst>
            <pc:docMk/>
            <pc:sldMk cId="2666252418" sldId="258"/>
            <ac:spMk id="253" creationId="{F26BDF16-1CCB-655A-B693-7EC32CC22CBC}"/>
          </ac:spMkLst>
        </pc:spChg>
        <pc:spChg chg="add del">
          <ac:chgData name="Sviatoslav Eroshkin" userId="1ed510c0-64b6-479c-a181-d0802ea4c078" providerId="ADAL" clId="{531BBDE6-4749-4AD8-9A1B-3798A51C2D7D}" dt="2026-08-11T08:42:20.660" v="1202" actId="22"/>
          <ac:spMkLst>
            <pc:docMk/>
            <pc:sldMk cId="2666252418" sldId="258"/>
            <ac:spMk id="255" creationId="{A15BFF4F-0406-C80A-7548-89AE0085B32E}"/>
          </ac:spMkLst>
        </pc:spChg>
        <pc:spChg chg="add del">
          <ac:chgData name="Sviatoslav Eroshkin" userId="1ed510c0-64b6-479c-a181-d0802ea4c078" providerId="ADAL" clId="{531BBDE6-4749-4AD8-9A1B-3798A51C2D7D}" dt="2026-08-11T08:42:20.660" v="1202" actId="22"/>
          <ac:spMkLst>
            <pc:docMk/>
            <pc:sldMk cId="2666252418" sldId="258"/>
            <ac:spMk id="257" creationId="{AF566678-3EB6-07BE-684F-CA95620B1C9F}"/>
          </ac:spMkLst>
        </pc:spChg>
        <pc:spChg chg="add del">
          <ac:chgData name="Sviatoslav Eroshkin" userId="1ed510c0-64b6-479c-a181-d0802ea4c078" providerId="ADAL" clId="{531BBDE6-4749-4AD8-9A1B-3798A51C2D7D}" dt="2026-08-11T08:42:20.660" v="1202" actId="22"/>
          <ac:spMkLst>
            <pc:docMk/>
            <pc:sldMk cId="2666252418" sldId="258"/>
            <ac:spMk id="259" creationId="{A44F401F-5208-BF5F-07C1-836F080C99BD}"/>
          </ac:spMkLst>
        </pc:spChg>
        <pc:spChg chg="add mod">
          <ac:chgData name="Sviatoslav Eroshkin" userId="1ed510c0-64b6-479c-a181-d0802ea4c078" providerId="ADAL" clId="{531BBDE6-4749-4AD8-9A1B-3798A51C2D7D}" dt="2026-08-11T09:01:08.728" v="1333" actId="1076"/>
          <ac:spMkLst>
            <pc:docMk/>
            <pc:sldMk cId="2666252418" sldId="258"/>
            <ac:spMk id="261" creationId="{02F6E247-2D0E-9075-94A3-BCD2B750BFE0}"/>
          </ac:spMkLst>
        </pc:spChg>
        <pc:spChg chg="mod">
          <ac:chgData name="Sviatoslav Eroshkin" userId="1ed510c0-64b6-479c-a181-d0802ea4c078" providerId="ADAL" clId="{531BBDE6-4749-4AD8-9A1B-3798A51C2D7D}" dt="2026-08-11T11:14:38.190" v="1786" actId="1076"/>
          <ac:spMkLst>
            <pc:docMk/>
            <pc:sldMk cId="2666252418" sldId="258"/>
            <ac:spMk id="263" creationId="{56A6ABBA-5E6A-F94C-AEA0-037689C046F7}"/>
          </ac:spMkLst>
        </pc:spChg>
        <pc:spChg chg="add del mod">
          <ac:chgData name="Sviatoslav Eroshkin" userId="1ed510c0-64b6-479c-a181-d0802ea4c078" providerId="ADAL" clId="{531BBDE6-4749-4AD8-9A1B-3798A51C2D7D}" dt="2026-08-11T08:49:49.377" v="1264" actId="6549"/>
          <ac:spMkLst>
            <pc:docMk/>
            <pc:sldMk cId="2666252418" sldId="258"/>
            <ac:spMk id="271" creationId="{44003051-3FDF-5577-FB25-4A7E12BC3EF0}"/>
          </ac:spMkLst>
        </pc:spChg>
        <pc:spChg chg="add mod">
          <ac:chgData name="Sviatoslav Eroshkin" userId="1ed510c0-64b6-479c-a181-d0802ea4c078" providerId="ADAL" clId="{531BBDE6-4749-4AD8-9A1B-3798A51C2D7D}" dt="2026-08-11T11:14:45.571" v="1787" actId="1076"/>
          <ac:spMkLst>
            <pc:docMk/>
            <pc:sldMk cId="2666252418" sldId="258"/>
            <ac:spMk id="275" creationId="{DC580020-D2F2-C486-CF4E-627872918A6F}"/>
          </ac:spMkLst>
        </pc:spChg>
        <pc:spChg chg="add mod">
          <ac:chgData name="Sviatoslav Eroshkin" userId="1ed510c0-64b6-479c-a181-d0802ea4c078" providerId="ADAL" clId="{531BBDE6-4749-4AD8-9A1B-3798A51C2D7D}" dt="2026-08-11T11:14:45.571" v="1787" actId="1076"/>
          <ac:spMkLst>
            <pc:docMk/>
            <pc:sldMk cId="2666252418" sldId="258"/>
            <ac:spMk id="277" creationId="{539EEC41-3891-6E70-4244-AAD135A5B3F4}"/>
          </ac:spMkLst>
        </pc:spChg>
        <pc:spChg chg="add mod">
          <ac:chgData name="Sviatoslav Eroshkin" userId="1ed510c0-64b6-479c-a181-d0802ea4c078" providerId="ADAL" clId="{531BBDE6-4749-4AD8-9A1B-3798A51C2D7D}" dt="2026-08-11T11:14:45.571" v="1787" actId="1076"/>
          <ac:spMkLst>
            <pc:docMk/>
            <pc:sldMk cId="2666252418" sldId="258"/>
            <ac:spMk id="281" creationId="{62C66AEA-A746-B7B6-4788-B0B6E152AB53}"/>
          </ac:spMkLst>
        </pc:spChg>
        <pc:spChg chg="add mod">
          <ac:chgData name="Sviatoslav Eroshkin" userId="1ed510c0-64b6-479c-a181-d0802ea4c078" providerId="ADAL" clId="{531BBDE6-4749-4AD8-9A1B-3798A51C2D7D}" dt="2026-08-11T11:14:45.571" v="1787" actId="1076"/>
          <ac:spMkLst>
            <pc:docMk/>
            <pc:sldMk cId="2666252418" sldId="258"/>
            <ac:spMk id="289" creationId="{292F67A7-5253-3574-77B7-3C88F5D9AB9A}"/>
          </ac:spMkLst>
        </pc:spChg>
        <pc:spChg chg="add mod">
          <ac:chgData name="Sviatoslav Eroshkin" userId="1ed510c0-64b6-479c-a181-d0802ea4c078" providerId="ADAL" clId="{531BBDE6-4749-4AD8-9A1B-3798A51C2D7D}" dt="2026-08-11T11:14:45.571" v="1787" actId="1076"/>
          <ac:spMkLst>
            <pc:docMk/>
            <pc:sldMk cId="2666252418" sldId="258"/>
            <ac:spMk id="291" creationId="{ED424B48-4766-E116-155E-C87C25A7E674}"/>
          </ac:spMkLst>
        </pc:spChg>
        <pc:spChg chg="mod">
          <ac:chgData name="Sviatoslav Eroshkin" userId="1ed510c0-64b6-479c-a181-d0802ea4c078" providerId="ADAL" clId="{531BBDE6-4749-4AD8-9A1B-3798A51C2D7D}" dt="2026-08-11T10:44:33.908" v="1592" actId="1076"/>
          <ac:spMkLst>
            <pc:docMk/>
            <pc:sldMk cId="2666252418" sldId="258"/>
            <ac:spMk id="293" creationId="{89205A22-CBE5-E610-27A5-BFEE513253B8}"/>
          </ac:spMkLst>
        </pc:spChg>
        <pc:spChg chg="mod">
          <ac:chgData name="Sviatoslav Eroshkin" userId="1ed510c0-64b6-479c-a181-d0802ea4c078" providerId="ADAL" clId="{531BBDE6-4749-4AD8-9A1B-3798A51C2D7D}" dt="2026-08-11T08:56:23.122" v="1325" actId="255"/>
          <ac:spMkLst>
            <pc:docMk/>
            <pc:sldMk cId="2666252418" sldId="258"/>
            <ac:spMk id="297" creationId="{7D681C5B-66F6-F880-CBAD-E1730BE7C723}"/>
          </ac:spMkLst>
        </pc:spChg>
        <pc:spChg chg="mod">
          <ac:chgData name="Sviatoslav Eroshkin" userId="1ed510c0-64b6-479c-a181-d0802ea4c078" providerId="ADAL" clId="{531BBDE6-4749-4AD8-9A1B-3798A51C2D7D}" dt="2026-08-11T08:50:28.927" v="1283"/>
          <ac:spMkLst>
            <pc:docMk/>
            <pc:sldMk cId="2666252418" sldId="258"/>
            <ac:spMk id="299" creationId="{4E63DE9F-0CAC-F2E5-251D-06682BE36E54}"/>
          </ac:spMkLst>
        </pc:spChg>
        <pc:spChg chg="mod">
          <ac:chgData name="Sviatoslav Eroshkin" userId="1ed510c0-64b6-479c-a181-d0802ea4c078" providerId="ADAL" clId="{531BBDE6-4749-4AD8-9A1B-3798A51C2D7D}" dt="2026-08-11T08:50:30.114" v="1284"/>
          <ac:spMkLst>
            <pc:docMk/>
            <pc:sldMk cId="2666252418" sldId="258"/>
            <ac:spMk id="301" creationId="{E44E46A8-5490-674F-065E-F0FE45A52C2D}"/>
          </ac:spMkLst>
        </pc:spChg>
        <pc:spChg chg="add mod">
          <ac:chgData name="Sviatoslav Eroshkin" userId="1ed510c0-64b6-479c-a181-d0802ea4c078" providerId="ADAL" clId="{531BBDE6-4749-4AD8-9A1B-3798A51C2D7D}" dt="2026-08-11T11:14:45.571" v="1787" actId="1076"/>
          <ac:spMkLst>
            <pc:docMk/>
            <pc:sldMk cId="2666252418" sldId="258"/>
            <ac:spMk id="303" creationId="{083A285D-2BE9-CE9B-7D9C-2F3AB94AEC39}"/>
          </ac:spMkLst>
        </pc:spChg>
        <pc:spChg chg="mod">
          <ac:chgData name="Sviatoslav Eroshkin" userId="1ed510c0-64b6-479c-a181-d0802ea4c078" providerId="ADAL" clId="{531BBDE6-4749-4AD8-9A1B-3798A51C2D7D}" dt="2026-08-11T08:50:17.935" v="1278" actId="20577"/>
          <ac:spMkLst>
            <pc:docMk/>
            <pc:sldMk cId="2666252418" sldId="258"/>
            <ac:spMk id="305" creationId="{E3375EE2-9CDB-EB38-FD1D-9651CCA23F21}"/>
          </ac:spMkLst>
        </pc:spChg>
        <pc:spChg chg="mod">
          <ac:chgData name="Sviatoslav Eroshkin" userId="1ed510c0-64b6-479c-a181-d0802ea4c078" providerId="ADAL" clId="{531BBDE6-4749-4AD8-9A1B-3798A51C2D7D}" dt="2026-08-11T08:50:22.335" v="1282" actId="20577"/>
          <ac:spMkLst>
            <pc:docMk/>
            <pc:sldMk cId="2666252418" sldId="258"/>
            <ac:spMk id="307" creationId="{F31049A0-B59A-B87C-585C-DCA025EFD8BA}"/>
          </ac:spMkLst>
        </pc:spChg>
        <pc:spChg chg="add mod">
          <ac:chgData name="Sviatoslav Eroshkin" userId="1ed510c0-64b6-479c-a181-d0802ea4c078" providerId="ADAL" clId="{531BBDE6-4749-4AD8-9A1B-3798A51C2D7D}" dt="2026-08-11T11:14:45.571" v="1787" actId="1076"/>
          <ac:spMkLst>
            <pc:docMk/>
            <pc:sldMk cId="2666252418" sldId="258"/>
            <ac:spMk id="309" creationId="{1AC65D7A-686C-005A-4849-8442359E7286}"/>
          </ac:spMkLst>
        </pc:spChg>
        <pc:spChg chg="add mod">
          <ac:chgData name="Sviatoslav Eroshkin" userId="1ed510c0-64b6-479c-a181-d0802ea4c078" providerId="ADAL" clId="{531BBDE6-4749-4AD8-9A1B-3798A51C2D7D}" dt="2026-08-11T11:13:40.174" v="1744" actId="1076"/>
          <ac:spMkLst>
            <pc:docMk/>
            <pc:sldMk cId="2666252418" sldId="258"/>
            <ac:spMk id="315" creationId="{6AE6FAE8-90FF-A33A-53C9-ADDBEB9B6BAE}"/>
          </ac:spMkLst>
        </pc:spChg>
        <pc:spChg chg="mod">
          <ac:chgData name="Sviatoslav Eroshkin" userId="1ed510c0-64b6-479c-a181-d0802ea4c078" providerId="ADAL" clId="{531BBDE6-4749-4AD8-9A1B-3798A51C2D7D}" dt="2026-08-11T08:52:06.496" v="1300" actId="20577"/>
          <ac:spMkLst>
            <pc:docMk/>
            <pc:sldMk cId="2666252418" sldId="258"/>
            <ac:spMk id="317" creationId="{2F8EEB78-3293-7A1E-B4D0-0AA2A1D832D7}"/>
          </ac:spMkLst>
        </pc:spChg>
        <pc:spChg chg="mod">
          <ac:chgData name="Sviatoslav Eroshkin" userId="1ed510c0-64b6-479c-a181-d0802ea4c078" providerId="ADAL" clId="{531BBDE6-4749-4AD8-9A1B-3798A51C2D7D}" dt="2026-08-11T08:52:11.187" v="1301" actId="20577"/>
          <ac:spMkLst>
            <pc:docMk/>
            <pc:sldMk cId="2666252418" sldId="258"/>
            <ac:spMk id="319" creationId="{C2D82F81-7153-0EF7-4A2A-86BA369AC29D}"/>
          </ac:spMkLst>
        </pc:spChg>
        <pc:spChg chg="mod">
          <ac:chgData name="Sviatoslav Eroshkin" userId="1ed510c0-64b6-479c-a181-d0802ea4c078" providerId="ADAL" clId="{531BBDE6-4749-4AD8-9A1B-3798A51C2D7D}" dt="2026-08-11T08:55:38.446" v="1306" actId="20577"/>
          <ac:spMkLst>
            <pc:docMk/>
            <pc:sldMk cId="2666252418" sldId="258"/>
            <ac:spMk id="321" creationId="{829571CA-AB69-3B5E-EF0E-07CA6453ADA1}"/>
          </ac:spMkLst>
        </pc:spChg>
        <pc:spChg chg="add mod">
          <ac:chgData name="Sviatoslav Eroshkin" userId="1ed510c0-64b6-479c-a181-d0802ea4c078" providerId="ADAL" clId="{531BBDE6-4749-4AD8-9A1B-3798A51C2D7D}" dt="2026-08-11T11:14:45.571" v="1787" actId="1076"/>
          <ac:spMkLst>
            <pc:docMk/>
            <pc:sldMk cId="2666252418" sldId="258"/>
            <ac:spMk id="323" creationId="{C784595B-EC88-C518-AA51-5D919CEFFB20}"/>
          </ac:spMkLst>
        </pc:spChg>
        <pc:spChg chg="mod">
          <ac:chgData name="Sviatoslav Eroshkin" userId="1ed510c0-64b6-479c-a181-d0802ea4c078" providerId="ADAL" clId="{531BBDE6-4749-4AD8-9A1B-3798A51C2D7D}" dt="2026-08-11T08:52:02.055" v="1299" actId="20577"/>
          <ac:spMkLst>
            <pc:docMk/>
            <pc:sldMk cId="2666252418" sldId="258"/>
            <ac:spMk id="325" creationId="{A41CAEA8-B7BF-8B36-6E0B-3FC78FD5768B}"/>
          </ac:spMkLst>
        </pc:spChg>
        <pc:spChg chg="add mod">
          <ac:chgData name="Sviatoslav Eroshkin" userId="1ed510c0-64b6-479c-a181-d0802ea4c078" providerId="ADAL" clId="{531BBDE6-4749-4AD8-9A1B-3798A51C2D7D}" dt="2026-08-11T11:14:45.571" v="1787" actId="1076"/>
          <ac:spMkLst>
            <pc:docMk/>
            <pc:sldMk cId="2666252418" sldId="258"/>
            <ac:spMk id="335" creationId="{1B351307-CEE5-D0DA-18EE-3207CC854AE1}"/>
          </ac:spMkLst>
        </pc:spChg>
        <pc:spChg chg="mod">
          <ac:chgData name="Sviatoslav Eroshkin" userId="1ed510c0-64b6-479c-a181-d0802ea4c078" providerId="ADAL" clId="{531BBDE6-4749-4AD8-9A1B-3798A51C2D7D}" dt="2026-08-11T08:55:43.711" v="1310" actId="20577"/>
          <ac:spMkLst>
            <pc:docMk/>
            <pc:sldMk cId="2666252418" sldId="258"/>
            <ac:spMk id="337" creationId="{5A824682-217C-6E58-FB44-9847BC84726E}"/>
          </ac:spMkLst>
        </pc:spChg>
        <pc:spChg chg="mod">
          <ac:chgData name="Sviatoslav Eroshkin" userId="1ed510c0-64b6-479c-a181-d0802ea4c078" providerId="ADAL" clId="{531BBDE6-4749-4AD8-9A1B-3798A51C2D7D}" dt="2026-08-11T08:55:59.727" v="1316" actId="20577"/>
          <ac:spMkLst>
            <pc:docMk/>
            <pc:sldMk cId="2666252418" sldId="258"/>
            <ac:spMk id="339" creationId="{4DE2C0C9-3696-3CCE-0413-F2CA15D2FC90}"/>
          </ac:spMkLst>
        </pc:spChg>
        <pc:spChg chg="mod">
          <ac:chgData name="Sviatoslav Eroshkin" userId="1ed510c0-64b6-479c-a181-d0802ea4c078" providerId="ADAL" clId="{531BBDE6-4749-4AD8-9A1B-3798A51C2D7D}" dt="2026-08-11T08:56:03.099" v="1318" actId="20577"/>
          <ac:spMkLst>
            <pc:docMk/>
            <pc:sldMk cId="2666252418" sldId="258"/>
            <ac:spMk id="341" creationId="{C67DBB19-2E95-6268-A16F-7D3949A7947F}"/>
          </ac:spMkLst>
        </pc:spChg>
        <pc:spChg chg="mod">
          <ac:chgData name="Sviatoslav Eroshkin" userId="1ed510c0-64b6-479c-a181-d0802ea4c078" providerId="ADAL" clId="{531BBDE6-4749-4AD8-9A1B-3798A51C2D7D}" dt="2026-08-11T08:56:43.986" v="1332" actId="20577"/>
          <ac:spMkLst>
            <pc:docMk/>
            <pc:sldMk cId="2666252418" sldId="258"/>
            <ac:spMk id="343" creationId="{AE7FA41E-9C6F-DAF2-5F7E-229A369FA3E6}"/>
          </ac:spMkLst>
        </pc:spChg>
        <pc:spChg chg="mod">
          <ac:chgData name="Sviatoslav Eroshkin" userId="1ed510c0-64b6-479c-a181-d0802ea4c078" providerId="ADAL" clId="{531BBDE6-4749-4AD8-9A1B-3798A51C2D7D}" dt="2026-08-11T08:56:06.103" v="1319" actId="20577"/>
          <ac:spMkLst>
            <pc:docMk/>
            <pc:sldMk cId="2666252418" sldId="258"/>
            <ac:spMk id="345" creationId="{BB38A405-E8F2-4C70-F1F2-6FA62DB2079F}"/>
          </ac:spMkLst>
        </pc:spChg>
        <pc:spChg chg="add mod">
          <ac:chgData name="Sviatoslav Eroshkin" userId="1ed510c0-64b6-479c-a181-d0802ea4c078" providerId="ADAL" clId="{531BBDE6-4749-4AD8-9A1B-3798A51C2D7D}" dt="2026-08-11T08:56:40.406" v="1329" actId="1076"/>
          <ac:spMkLst>
            <pc:docMk/>
            <pc:sldMk cId="2666252418" sldId="258"/>
            <ac:spMk id="351" creationId="{F1539C0E-F2A5-75C4-E06D-64972C6C996B}"/>
          </ac:spMkLst>
        </pc:spChg>
        <pc:spChg chg="add mod">
          <ac:chgData name="Sviatoslav Eroshkin" userId="1ed510c0-64b6-479c-a181-d0802ea4c078" providerId="ADAL" clId="{531BBDE6-4749-4AD8-9A1B-3798A51C2D7D}" dt="2026-08-11T09:01:19.878" v="1338" actId="20577"/>
          <ac:spMkLst>
            <pc:docMk/>
            <pc:sldMk cId="2666252418" sldId="258"/>
            <ac:spMk id="353" creationId="{70CE14D2-63DA-1F87-DA12-FAADF60E74C3}"/>
          </ac:spMkLst>
        </pc:spChg>
        <pc:spChg chg="del">
          <ac:chgData name="Sviatoslav Eroshkin" userId="1ed510c0-64b6-479c-a181-d0802ea4c078" providerId="ADAL" clId="{531BBDE6-4749-4AD8-9A1B-3798A51C2D7D}" dt="2026-08-11T09:44:34.393" v="1452" actId="478"/>
          <ac:spMkLst>
            <pc:docMk/>
            <pc:sldMk cId="2666252418" sldId="258"/>
            <ac:spMk id="355" creationId="{E427D12A-77E4-B8ED-17AA-D8389DBF99D5}"/>
          </ac:spMkLst>
        </pc:spChg>
        <pc:spChg chg="del">
          <ac:chgData name="Sviatoslav Eroshkin" userId="1ed510c0-64b6-479c-a181-d0802ea4c078" providerId="ADAL" clId="{531BBDE6-4749-4AD8-9A1B-3798A51C2D7D}" dt="2026-08-11T09:44:34.393" v="1452" actId="478"/>
          <ac:spMkLst>
            <pc:docMk/>
            <pc:sldMk cId="2666252418" sldId="258"/>
            <ac:spMk id="363" creationId="{A8F15ADD-12C0-DC6D-4A74-2B4F37B3AE18}"/>
          </ac:spMkLst>
        </pc:spChg>
        <pc:spChg chg="add mod">
          <ac:chgData name="Sviatoslav Eroshkin" userId="1ed510c0-64b6-479c-a181-d0802ea4c078" providerId="ADAL" clId="{531BBDE6-4749-4AD8-9A1B-3798A51C2D7D}" dt="2026-08-11T09:34:22.197" v="1340" actId="1076"/>
          <ac:spMkLst>
            <pc:docMk/>
            <pc:sldMk cId="2666252418" sldId="258"/>
            <ac:spMk id="367" creationId="{E7795004-964D-59E6-265F-C2DC4659071C}"/>
          </ac:spMkLst>
        </pc:spChg>
        <pc:spChg chg="del">
          <ac:chgData name="Sviatoslav Eroshkin" userId="1ed510c0-64b6-479c-a181-d0802ea4c078" providerId="ADAL" clId="{531BBDE6-4749-4AD8-9A1B-3798A51C2D7D}" dt="2026-08-11T09:44:34.393" v="1452" actId="478"/>
          <ac:spMkLst>
            <pc:docMk/>
            <pc:sldMk cId="2666252418" sldId="258"/>
            <ac:spMk id="371" creationId="{2E488208-025F-C726-371C-87A96E45428F}"/>
          </ac:spMkLst>
        </pc:spChg>
        <pc:spChg chg="add mod">
          <ac:chgData name="Sviatoslav Eroshkin" userId="1ed510c0-64b6-479c-a181-d0802ea4c078" providerId="ADAL" clId="{531BBDE6-4749-4AD8-9A1B-3798A51C2D7D}" dt="2026-08-11T09:34:58.004" v="1360" actId="1076"/>
          <ac:spMkLst>
            <pc:docMk/>
            <pc:sldMk cId="2666252418" sldId="258"/>
            <ac:spMk id="373" creationId="{7BF87541-95CA-DC8E-32B3-F282E3A82EDD}"/>
          </ac:spMkLst>
        </pc:spChg>
        <pc:spChg chg="add mod">
          <ac:chgData name="Sviatoslav Eroshkin" userId="1ed510c0-64b6-479c-a181-d0802ea4c078" providerId="ADAL" clId="{531BBDE6-4749-4AD8-9A1B-3798A51C2D7D}" dt="2026-08-11T09:35:02.868" v="1361" actId="1076"/>
          <ac:spMkLst>
            <pc:docMk/>
            <pc:sldMk cId="2666252418" sldId="258"/>
            <ac:spMk id="375" creationId="{7DA667F8-D9D9-7C5D-7896-4A441F7C1CA4}"/>
          </ac:spMkLst>
        </pc:spChg>
        <pc:spChg chg="add mod">
          <ac:chgData name="Sviatoslav Eroshkin" userId="1ed510c0-64b6-479c-a181-d0802ea4c078" providerId="ADAL" clId="{531BBDE6-4749-4AD8-9A1B-3798A51C2D7D}" dt="2026-08-11T09:34:35.519" v="1345" actId="20577"/>
          <ac:spMkLst>
            <pc:docMk/>
            <pc:sldMk cId="2666252418" sldId="258"/>
            <ac:spMk id="377" creationId="{2B5D6B93-2F51-A408-AB2D-D7DFFCD6DDF0}"/>
          </ac:spMkLst>
        </pc:spChg>
        <pc:spChg chg="add del mod">
          <ac:chgData name="Sviatoslav Eroshkin" userId="1ed510c0-64b6-479c-a181-d0802ea4c078" providerId="ADAL" clId="{531BBDE6-4749-4AD8-9A1B-3798A51C2D7D}" dt="2026-08-11T09:34:42.794" v="1351" actId="20577"/>
          <ac:spMkLst>
            <pc:docMk/>
            <pc:sldMk cId="2666252418" sldId="258"/>
            <ac:spMk id="379" creationId="{8AC69103-0A24-BFBA-650A-73AAB058B535}"/>
          </ac:spMkLst>
        </pc:spChg>
        <pc:spChg chg="mod">
          <ac:chgData name="Sviatoslav Eroshkin" userId="1ed510c0-64b6-479c-a181-d0802ea4c078" providerId="ADAL" clId="{531BBDE6-4749-4AD8-9A1B-3798A51C2D7D}" dt="2026-08-11T09:34:48.423" v="1353" actId="20577"/>
          <ac:spMkLst>
            <pc:docMk/>
            <pc:sldMk cId="2666252418" sldId="258"/>
            <ac:spMk id="381" creationId="{777553EB-D20F-AEBB-4C06-BF9390A69F17}"/>
          </ac:spMkLst>
        </pc:spChg>
        <pc:spChg chg="mod">
          <ac:chgData name="Sviatoslav Eroshkin" userId="1ed510c0-64b6-479c-a181-d0802ea4c078" providerId="ADAL" clId="{531BBDE6-4749-4AD8-9A1B-3798A51C2D7D}" dt="2026-08-11T09:34:51.430" v="1355" actId="20577"/>
          <ac:spMkLst>
            <pc:docMk/>
            <pc:sldMk cId="2666252418" sldId="258"/>
            <ac:spMk id="383" creationId="{3C94E734-7C42-3D72-0DCE-C9CCCA8BBCF0}"/>
          </ac:spMkLst>
        </pc:spChg>
        <pc:spChg chg="del mod">
          <ac:chgData name="Sviatoslav Eroshkin" userId="1ed510c0-64b6-479c-a181-d0802ea4c078" providerId="ADAL" clId="{531BBDE6-4749-4AD8-9A1B-3798A51C2D7D}" dt="2026-08-11T09:35:15.176" v="1363" actId="478"/>
          <ac:spMkLst>
            <pc:docMk/>
            <pc:sldMk cId="2666252418" sldId="258"/>
            <ac:spMk id="385" creationId="{BE820F7A-ACD2-1FF3-56ED-0554CC3749A4}"/>
          </ac:spMkLst>
        </pc:spChg>
        <pc:spChg chg="add mod">
          <ac:chgData name="Sviatoslav Eroshkin" userId="1ed510c0-64b6-479c-a181-d0802ea4c078" providerId="ADAL" clId="{531BBDE6-4749-4AD8-9A1B-3798A51C2D7D}" dt="2026-08-11T09:34:22.197" v="1340" actId="1076"/>
          <ac:spMkLst>
            <pc:docMk/>
            <pc:sldMk cId="2666252418" sldId="258"/>
            <ac:spMk id="387" creationId="{14B9ECFB-27F2-6A3B-A412-2FEA8A9DC4BC}"/>
          </ac:spMkLst>
        </pc:spChg>
        <pc:spChg chg="del mod">
          <ac:chgData name="Sviatoslav Eroshkin" userId="1ed510c0-64b6-479c-a181-d0802ea4c078" providerId="ADAL" clId="{531BBDE6-4749-4AD8-9A1B-3798A51C2D7D}" dt="2026-08-11T09:44:34.393" v="1452" actId="478"/>
          <ac:spMkLst>
            <pc:docMk/>
            <pc:sldMk cId="2666252418" sldId="258"/>
            <ac:spMk id="393" creationId="{FD3B86B7-CAAA-1AF8-3381-DD74FD852973}"/>
          </ac:spMkLst>
        </pc:spChg>
        <pc:spChg chg="add del mod">
          <ac:chgData name="Sviatoslav Eroshkin" userId="1ed510c0-64b6-479c-a181-d0802ea4c078" providerId="ADAL" clId="{531BBDE6-4749-4AD8-9A1B-3798A51C2D7D}" dt="2026-08-11T09:44:34.393" v="1452" actId="478"/>
          <ac:spMkLst>
            <pc:docMk/>
            <pc:sldMk cId="2666252418" sldId="258"/>
            <ac:spMk id="395" creationId="{D2111C42-8B20-E847-EB6B-30CED920C5CD}"/>
          </ac:spMkLst>
        </pc:spChg>
        <pc:spChg chg="mod">
          <ac:chgData name="Sviatoslav Eroshkin" userId="1ed510c0-64b6-479c-a181-d0802ea4c078" providerId="ADAL" clId="{531BBDE6-4749-4AD8-9A1B-3798A51C2D7D}" dt="2026-08-11T09:36:58.354" v="1372" actId="6549"/>
          <ac:spMkLst>
            <pc:docMk/>
            <pc:sldMk cId="2666252418" sldId="258"/>
            <ac:spMk id="397" creationId="{62AFC9D3-5158-63C2-9324-35E0E285B685}"/>
          </ac:spMkLst>
        </pc:spChg>
        <pc:spChg chg="add mod">
          <ac:chgData name="Sviatoslav Eroshkin" userId="1ed510c0-64b6-479c-a181-d0802ea4c078" providerId="ADAL" clId="{531BBDE6-4749-4AD8-9A1B-3798A51C2D7D}" dt="2026-08-11T09:43:25.570" v="1442" actId="20577"/>
          <ac:spMkLst>
            <pc:docMk/>
            <pc:sldMk cId="2666252418" sldId="258"/>
            <ac:spMk id="399" creationId="{BB598398-8DAD-8021-5BCC-2E36A8F09F3F}"/>
          </ac:spMkLst>
        </pc:spChg>
        <pc:spChg chg="add del mod">
          <ac:chgData name="Sviatoslav Eroshkin" userId="1ed510c0-64b6-479c-a181-d0802ea4c078" providerId="ADAL" clId="{531BBDE6-4749-4AD8-9A1B-3798A51C2D7D}" dt="2026-08-11T09:44:34.393" v="1452" actId="478"/>
          <ac:spMkLst>
            <pc:docMk/>
            <pc:sldMk cId="2666252418" sldId="258"/>
            <ac:spMk id="401" creationId="{AC9D5653-9E92-4246-363D-86AA0215113E}"/>
          </ac:spMkLst>
        </pc:spChg>
        <pc:spChg chg="mod">
          <ac:chgData name="Sviatoslav Eroshkin" userId="1ed510c0-64b6-479c-a181-d0802ea4c078" providerId="ADAL" clId="{531BBDE6-4749-4AD8-9A1B-3798A51C2D7D}" dt="2026-08-11T09:44:13.453" v="1451" actId="20577"/>
          <ac:spMkLst>
            <pc:docMk/>
            <pc:sldMk cId="2666252418" sldId="258"/>
            <ac:spMk id="403" creationId="{8803CDE1-D57A-13B7-C4F7-74E5A671B784}"/>
          </ac:spMkLst>
        </pc:spChg>
        <pc:spChg chg="mod">
          <ac:chgData name="Sviatoslav Eroshkin" userId="1ed510c0-64b6-479c-a181-d0802ea4c078" providerId="ADAL" clId="{531BBDE6-4749-4AD8-9A1B-3798A51C2D7D}" dt="2026-08-11T09:37:03.542" v="1380" actId="20577"/>
          <ac:spMkLst>
            <pc:docMk/>
            <pc:sldMk cId="2666252418" sldId="258"/>
            <ac:spMk id="405" creationId="{829ACD2B-D14D-D8F9-B9FF-8B3E7894B6CD}"/>
          </ac:spMkLst>
        </pc:spChg>
        <pc:spChg chg="mod">
          <ac:chgData name="Sviatoslav Eroshkin" userId="1ed510c0-64b6-479c-a181-d0802ea4c078" providerId="ADAL" clId="{531BBDE6-4749-4AD8-9A1B-3798A51C2D7D}" dt="2026-08-11T09:37:02.379" v="1378" actId="20577"/>
          <ac:spMkLst>
            <pc:docMk/>
            <pc:sldMk cId="2666252418" sldId="258"/>
            <ac:spMk id="407" creationId="{730762A2-5917-1ADA-4ECA-EAC03EFCEE51}"/>
          </ac:spMkLst>
        </pc:spChg>
        <pc:spChg chg="mod">
          <ac:chgData name="Sviatoslav Eroshkin" userId="1ed510c0-64b6-479c-a181-d0802ea4c078" providerId="ADAL" clId="{531BBDE6-4749-4AD8-9A1B-3798A51C2D7D}" dt="2026-08-11T09:38:24.387" v="1413" actId="20577"/>
          <ac:spMkLst>
            <pc:docMk/>
            <pc:sldMk cId="2666252418" sldId="258"/>
            <ac:spMk id="409" creationId="{C189569C-B5C7-613C-10D4-8B4FCF0839B0}"/>
          </ac:spMkLst>
        </pc:spChg>
        <pc:spChg chg="add mod">
          <ac:chgData name="Sviatoslav Eroshkin" userId="1ed510c0-64b6-479c-a181-d0802ea4c078" providerId="ADAL" clId="{531BBDE6-4749-4AD8-9A1B-3798A51C2D7D}" dt="2026-08-11T09:38:31.201" v="1415" actId="20577"/>
          <ac:spMkLst>
            <pc:docMk/>
            <pc:sldMk cId="2666252418" sldId="258"/>
            <ac:spMk id="411" creationId="{1DD58511-B695-E020-CA17-8269B43D1850}"/>
          </ac:spMkLst>
        </pc:spChg>
        <pc:spChg chg="mod">
          <ac:chgData name="Sviatoslav Eroshkin" userId="1ed510c0-64b6-479c-a181-d0802ea4c078" providerId="ADAL" clId="{531BBDE6-4749-4AD8-9A1B-3798A51C2D7D}" dt="2026-08-11T09:38:37.611" v="1416" actId="20577"/>
          <ac:spMkLst>
            <pc:docMk/>
            <pc:sldMk cId="2666252418" sldId="258"/>
            <ac:spMk id="413" creationId="{2227DCEF-D032-38FE-BEBC-86ED0BBB4582}"/>
          </ac:spMkLst>
        </pc:spChg>
        <pc:spChg chg="del mod">
          <ac:chgData name="Sviatoslav Eroshkin" userId="1ed510c0-64b6-479c-a181-d0802ea4c078" providerId="ADAL" clId="{531BBDE6-4749-4AD8-9A1B-3798A51C2D7D}" dt="2026-08-11T09:44:34.393" v="1452" actId="478"/>
          <ac:spMkLst>
            <pc:docMk/>
            <pc:sldMk cId="2666252418" sldId="258"/>
            <ac:spMk id="415" creationId="{8D906E7C-EA08-4C29-AEAE-4DC5E168DC8B}"/>
          </ac:spMkLst>
        </pc:spChg>
        <pc:spChg chg="mod">
          <ac:chgData name="Sviatoslav Eroshkin" userId="1ed510c0-64b6-479c-a181-d0802ea4c078" providerId="ADAL" clId="{531BBDE6-4749-4AD8-9A1B-3798A51C2D7D}" dt="2026-08-11T09:38:55.754" v="1421" actId="20577"/>
          <ac:spMkLst>
            <pc:docMk/>
            <pc:sldMk cId="2666252418" sldId="258"/>
            <ac:spMk id="417" creationId="{8D34D357-7DB2-0089-BDD8-0EE5D24D4740}"/>
          </ac:spMkLst>
        </pc:spChg>
        <pc:spChg chg="mod">
          <ac:chgData name="Sviatoslav Eroshkin" userId="1ed510c0-64b6-479c-a181-d0802ea4c078" providerId="ADAL" clId="{531BBDE6-4749-4AD8-9A1B-3798A51C2D7D}" dt="2026-08-11T09:44:09.097" v="1450" actId="6549"/>
          <ac:spMkLst>
            <pc:docMk/>
            <pc:sldMk cId="2666252418" sldId="258"/>
            <ac:spMk id="419" creationId="{B6C02545-EF55-A97F-7D7D-55DF20659FCD}"/>
          </ac:spMkLst>
        </pc:spChg>
        <pc:spChg chg="mod">
          <ac:chgData name="Sviatoslav Eroshkin" userId="1ed510c0-64b6-479c-a181-d0802ea4c078" providerId="ADAL" clId="{531BBDE6-4749-4AD8-9A1B-3798A51C2D7D}" dt="2026-08-11T09:39:04.947" v="1423" actId="20577"/>
          <ac:spMkLst>
            <pc:docMk/>
            <pc:sldMk cId="2666252418" sldId="258"/>
            <ac:spMk id="421" creationId="{A85B467F-1EAC-086B-E485-C5C74030CFAA}"/>
          </ac:spMkLst>
        </pc:spChg>
        <pc:spChg chg="add mod">
          <ac:chgData name="Sviatoslav Eroshkin" userId="1ed510c0-64b6-479c-a181-d0802ea4c078" providerId="ADAL" clId="{531BBDE6-4749-4AD8-9A1B-3798A51C2D7D}" dt="2026-08-11T09:39:02.051" v="1422" actId="20577"/>
          <ac:spMkLst>
            <pc:docMk/>
            <pc:sldMk cId="2666252418" sldId="258"/>
            <ac:spMk id="423" creationId="{16A30F06-FCEB-192F-2832-3111553C32AB}"/>
          </ac:spMkLst>
        </pc:spChg>
        <pc:spChg chg="del mod">
          <ac:chgData name="Sviatoslav Eroshkin" userId="1ed510c0-64b6-479c-a181-d0802ea4c078" providerId="ADAL" clId="{531BBDE6-4749-4AD8-9A1B-3798A51C2D7D}" dt="2026-08-11T09:44:34.393" v="1452" actId="478"/>
          <ac:spMkLst>
            <pc:docMk/>
            <pc:sldMk cId="2666252418" sldId="258"/>
            <ac:spMk id="425" creationId="{B564791D-B5D4-AE43-407C-15274484223E}"/>
          </ac:spMkLst>
        </pc:spChg>
        <pc:spChg chg="add del mod">
          <ac:chgData name="Sviatoslav Eroshkin" userId="1ed510c0-64b6-479c-a181-d0802ea4c078" providerId="ADAL" clId="{531BBDE6-4749-4AD8-9A1B-3798A51C2D7D}" dt="2026-08-11T09:44:34.393" v="1452" actId="478"/>
          <ac:spMkLst>
            <pc:docMk/>
            <pc:sldMk cId="2666252418" sldId="258"/>
            <ac:spMk id="427" creationId="{185520C9-18F5-82AE-A832-BA06A1C8FDB6}"/>
          </ac:spMkLst>
        </pc:spChg>
        <pc:spChg chg="add mod">
          <ac:chgData name="Sviatoslav Eroshkin" userId="1ed510c0-64b6-479c-a181-d0802ea4c078" providerId="ADAL" clId="{531BBDE6-4749-4AD8-9A1B-3798A51C2D7D}" dt="2026-08-11T09:42:25.439" v="1435" actId="1076"/>
          <ac:spMkLst>
            <pc:docMk/>
            <pc:sldMk cId="2666252418" sldId="258"/>
            <ac:spMk id="429" creationId="{EC19DD2C-637B-84A8-C29B-732592D5A408}"/>
          </ac:spMkLst>
        </pc:spChg>
        <pc:spChg chg="add del mod">
          <ac:chgData name="Sviatoslav Eroshkin" userId="1ed510c0-64b6-479c-a181-d0802ea4c078" providerId="ADAL" clId="{531BBDE6-4749-4AD8-9A1B-3798A51C2D7D}" dt="2026-08-11T09:44:34.393" v="1452" actId="478"/>
          <ac:spMkLst>
            <pc:docMk/>
            <pc:sldMk cId="2666252418" sldId="258"/>
            <ac:spMk id="431" creationId="{7B9CC638-8453-00C3-7A1B-E39741914C08}"/>
          </ac:spMkLst>
        </pc:spChg>
        <pc:spChg chg="add mod">
          <ac:chgData name="Sviatoslav Eroshkin" userId="1ed510c0-64b6-479c-a181-d0802ea4c078" providerId="ADAL" clId="{531BBDE6-4749-4AD8-9A1B-3798A51C2D7D}" dt="2026-08-11T09:42:25.439" v="1435" actId="1076"/>
          <ac:spMkLst>
            <pc:docMk/>
            <pc:sldMk cId="2666252418" sldId="258"/>
            <ac:spMk id="433" creationId="{6C474A28-5F87-B331-D53E-BF4A59C4AE76}"/>
          </ac:spMkLst>
        </pc:spChg>
        <pc:spChg chg="add mod">
          <ac:chgData name="Sviatoslav Eroshkin" userId="1ed510c0-64b6-479c-a181-d0802ea4c078" providerId="ADAL" clId="{531BBDE6-4749-4AD8-9A1B-3798A51C2D7D}" dt="2026-08-11T09:42:25.439" v="1435" actId="1076"/>
          <ac:spMkLst>
            <pc:docMk/>
            <pc:sldMk cId="2666252418" sldId="258"/>
            <ac:spMk id="435" creationId="{FC74E0A0-0636-8CE6-809B-31EC9ADA9389}"/>
          </ac:spMkLst>
        </pc:spChg>
        <pc:spChg chg="add mod">
          <ac:chgData name="Sviatoslav Eroshkin" userId="1ed510c0-64b6-479c-a181-d0802ea4c078" providerId="ADAL" clId="{531BBDE6-4749-4AD8-9A1B-3798A51C2D7D}" dt="2026-08-11T09:42:29.661" v="1436" actId="1076"/>
          <ac:spMkLst>
            <pc:docMk/>
            <pc:sldMk cId="2666252418" sldId="258"/>
            <ac:spMk id="437" creationId="{8FBEBEA2-1777-20BA-42E7-4866489654FD}"/>
          </ac:spMkLst>
        </pc:spChg>
        <pc:spChg chg="add mod">
          <ac:chgData name="Sviatoslav Eroshkin" userId="1ed510c0-64b6-479c-a181-d0802ea4c078" providerId="ADAL" clId="{531BBDE6-4749-4AD8-9A1B-3798A51C2D7D}" dt="2026-08-11T09:42:29.661" v="1436" actId="1076"/>
          <ac:spMkLst>
            <pc:docMk/>
            <pc:sldMk cId="2666252418" sldId="258"/>
            <ac:spMk id="439" creationId="{3F470845-E380-1B9E-6188-F974F1EB84B2}"/>
          </ac:spMkLst>
        </pc:spChg>
        <pc:spChg chg="add mod">
          <ac:chgData name="Sviatoslav Eroshkin" userId="1ed510c0-64b6-479c-a181-d0802ea4c078" providerId="ADAL" clId="{531BBDE6-4749-4AD8-9A1B-3798A51C2D7D}" dt="2026-08-11T09:42:29.661" v="1436" actId="1076"/>
          <ac:spMkLst>
            <pc:docMk/>
            <pc:sldMk cId="2666252418" sldId="258"/>
            <ac:spMk id="441" creationId="{8FAC04B7-5046-8A47-28DD-6A0501827371}"/>
          </ac:spMkLst>
        </pc:spChg>
        <pc:spChg chg="add mod">
          <ac:chgData name="Sviatoslav Eroshkin" userId="1ed510c0-64b6-479c-a181-d0802ea4c078" providerId="ADAL" clId="{531BBDE6-4749-4AD8-9A1B-3798A51C2D7D}" dt="2026-08-11T09:42:36.649" v="1440" actId="20577"/>
          <ac:spMkLst>
            <pc:docMk/>
            <pc:sldMk cId="2666252418" sldId="258"/>
            <ac:spMk id="443" creationId="{CED1B384-BFE9-FD2D-69E3-7BC41317A4E2}"/>
          </ac:spMkLst>
        </pc:spChg>
        <pc:spChg chg="add mod">
          <ac:chgData name="Sviatoslav Eroshkin" userId="1ed510c0-64b6-479c-a181-d0802ea4c078" providerId="ADAL" clId="{531BBDE6-4749-4AD8-9A1B-3798A51C2D7D}" dt="2026-08-11T09:45:03.008" v="1475" actId="1076"/>
          <ac:spMkLst>
            <pc:docMk/>
            <pc:sldMk cId="2666252418" sldId="258"/>
            <ac:spMk id="445" creationId="{B183819B-FA24-7161-B84F-80C746FF1505}"/>
          </ac:spMkLst>
        </pc:spChg>
        <pc:spChg chg="add del mod">
          <ac:chgData name="Sviatoslav Eroshkin" userId="1ed510c0-64b6-479c-a181-d0802ea4c078" providerId="ADAL" clId="{531BBDE6-4749-4AD8-9A1B-3798A51C2D7D}" dt="2026-08-11T10:13:24.897" v="1537" actId="478"/>
          <ac:spMkLst>
            <pc:docMk/>
            <pc:sldMk cId="2666252418" sldId="258"/>
            <ac:spMk id="446" creationId="{4263B96D-FFE4-01E2-3871-E3C225BD6CE0}"/>
          </ac:spMkLst>
        </pc:spChg>
        <pc:spChg chg="del">
          <ac:chgData name="Sviatoslav Eroshkin" userId="1ed510c0-64b6-479c-a181-d0802ea4c078" providerId="ADAL" clId="{531BBDE6-4749-4AD8-9A1B-3798A51C2D7D}" dt="2026-08-11T09:53:34.623" v="1487" actId="22"/>
          <ac:spMkLst>
            <pc:docMk/>
            <pc:sldMk cId="2666252418" sldId="258"/>
            <ac:spMk id="468" creationId="{0899CA0F-A91B-5E3F-C296-1874A12BC3C9}"/>
          </ac:spMkLst>
        </pc:spChg>
        <pc:spChg chg="add">
          <ac:chgData name="Sviatoslav Eroshkin" userId="1ed510c0-64b6-479c-a181-d0802ea4c078" providerId="ADAL" clId="{531BBDE6-4749-4AD8-9A1B-3798A51C2D7D}" dt="2026-08-11T09:53:32.747" v="1486" actId="22"/>
          <ac:spMkLst>
            <pc:docMk/>
            <pc:sldMk cId="2666252418" sldId="258"/>
            <ac:spMk id="476" creationId="{4E96DA12-A29D-A746-E308-7590FF01B626}"/>
          </ac:spMkLst>
        </pc:spChg>
        <pc:spChg chg="add">
          <ac:chgData name="Sviatoslav Eroshkin" userId="1ed510c0-64b6-479c-a181-d0802ea4c078" providerId="ADAL" clId="{531BBDE6-4749-4AD8-9A1B-3798A51C2D7D}" dt="2026-08-11T09:53:32.747" v="1486" actId="22"/>
          <ac:spMkLst>
            <pc:docMk/>
            <pc:sldMk cId="2666252418" sldId="258"/>
            <ac:spMk id="482" creationId="{C5D20CC6-937F-96FC-EAAE-CEB206E738D1}"/>
          </ac:spMkLst>
        </pc:spChg>
        <pc:spChg chg="add">
          <ac:chgData name="Sviatoslav Eroshkin" userId="1ed510c0-64b6-479c-a181-d0802ea4c078" providerId="ADAL" clId="{531BBDE6-4749-4AD8-9A1B-3798A51C2D7D}" dt="2026-08-11T09:53:32.747" v="1486" actId="22"/>
          <ac:spMkLst>
            <pc:docMk/>
            <pc:sldMk cId="2666252418" sldId="258"/>
            <ac:spMk id="486" creationId="{C13530B4-1EB0-5E7E-1602-F775FC8FC991}"/>
          </ac:spMkLst>
        </pc:spChg>
        <pc:spChg chg="add">
          <ac:chgData name="Sviatoslav Eroshkin" userId="1ed510c0-64b6-479c-a181-d0802ea4c078" providerId="ADAL" clId="{531BBDE6-4749-4AD8-9A1B-3798A51C2D7D}" dt="2026-08-11T09:53:32.747" v="1486" actId="22"/>
          <ac:spMkLst>
            <pc:docMk/>
            <pc:sldMk cId="2666252418" sldId="258"/>
            <ac:spMk id="492" creationId="{7BF3D717-C279-A700-CBC1-AFF4A60C6F79}"/>
          </ac:spMkLst>
        </pc:spChg>
        <pc:spChg chg="add">
          <ac:chgData name="Sviatoslav Eroshkin" userId="1ed510c0-64b6-479c-a181-d0802ea4c078" providerId="ADAL" clId="{531BBDE6-4749-4AD8-9A1B-3798A51C2D7D}" dt="2026-08-11T09:53:32.747" v="1486" actId="22"/>
          <ac:spMkLst>
            <pc:docMk/>
            <pc:sldMk cId="2666252418" sldId="258"/>
            <ac:spMk id="494" creationId="{67708A2B-FBF3-7C7D-421B-F8B17059D289}"/>
          </ac:spMkLst>
        </pc:spChg>
        <pc:spChg chg="del">
          <ac:chgData name="Sviatoslav Eroshkin" userId="1ed510c0-64b6-479c-a181-d0802ea4c078" providerId="ADAL" clId="{531BBDE6-4749-4AD8-9A1B-3798A51C2D7D}" dt="2026-08-11T09:53:34.623" v="1487" actId="22"/>
          <ac:spMkLst>
            <pc:docMk/>
            <pc:sldMk cId="2666252418" sldId="258"/>
            <ac:spMk id="506" creationId="{A3ACDBDD-9545-B5DB-256B-0F0BB41575E1}"/>
          </ac:spMkLst>
        </pc:spChg>
        <pc:spChg chg="del">
          <ac:chgData name="Sviatoslav Eroshkin" userId="1ed510c0-64b6-479c-a181-d0802ea4c078" providerId="ADAL" clId="{531BBDE6-4749-4AD8-9A1B-3798A51C2D7D}" dt="2026-08-11T09:53:34.623" v="1487" actId="22"/>
          <ac:spMkLst>
            <pc:docMk/>
            <pc:sldMk cId="2666252418" sldId="258"/>
            <ac:spMk id="512" creationId="{26B0B5FB-A711-37CA-1D3C-39B04AC17B89}"/>
          </ac:spMkLst>
        </pc:spChg>
        <pc:spChg chg="add">
          <ac:chgData name="Sviatoslav Eroshkin" userId="1ed510c0-64b6-479c-a181-d0802ea4c078" providerId="ADAL" clId="{531BBDE6-4749-4AD8-9A1B-3798A51C2D7D}" dt="2026-08-11T09:53:32.747" v="1486" actId="22"/>
          <ac:spMkLst>
            <pc:docMk/>
            <pc:sldMk cId="2666252418" sldId="258"/>
            <ac:spMk id="516" creationId="{64F8EF9A-48A6-5507-4829-769C57A9674D}"/>
          </ac:spMkLst>
        </pc:spChg>
        <pc:spChg chg="del">
          <ac:chgData name="Sviatoslav Eroshkin" userId="1ed510c0-64b6-479c-a181-d0802ea4c078" providerId="ADAL" clId="{531BBDE6-4749-4AD8-9A1B-3798A51C2D7D}" dt="2026-08-11T09:53:34.623" v="1487" actId="22"/>
          <ac:spMkLst>
            <pc:docMk/>
            <pc:sldMk cId="2666252418" sldId="258"/>
            <ac:spMk id="520" creationId="{E5BF2521-7E07-0DD5-9654-B6FBBA613B55}"/>
          </ac:spMkLst>
        </pc:spChg>
        <pc:spChg chg="del">
          <ac:chgData name="Sviatoslav Eroshkin" userId="1ed510c0-64b6-479c-a181-d0802ea4c078" providerId="ADAL" clId="{531BBDE6-4749-4AD8-9A1B-3798A51C2D7D}" dt="2026-08-11T09:53:34.623" v="1487" actId="22"/>
          <ac:spMkLst>
            <pc:docMk/>
            <pc:sldMk cId="2666252418" sldId="258"/>
            <ac:spMk id="524" creationId="{635250EA-89D4-4676-E9EE-F7C1AB906648}"/>
          </ac:spMkLst>
        </pc:spChg>
        <pc:spChg chg="add">
          <ac:chgData name="Sviatoslav Eroshkin" userId="1ed510c0-64b6-479c-a181-d0802ea4c078" providerId="ADAL" clId="{531BBDE6-4749-4AD8-9A1B-3798A51C2D7D}" dt="2026-08-11T09:53:32.747" v="1486" actId="22"/>
          <ac:spMkLst>
            <pc:docMk/>
            <pc:sldMk cId="2666252418" sldId="258"/>
            <ac:spMk id="534" creationId="{FAFA0C15-BA73-C54C-D039-A301A7C6F134}"/>
          </ac:spMkLst>
        </pc:spChg>
        <pc:spChg chg="add del">
          <ac:chgData name="Sviatoslav Eroshkin" userId="1ed510c0-64b6-479c-a181-d0802ea4c078" providerId="ADAL" clId="{531BBDE6-4749-4AD8-9A1B-3798A51C2D7D}" dt="2026-08-11T09:53:34.623" v="1487" actId="22"/>
          <ac:spMkLst>
            <pc:docMk/>
            <pc:sldMk cId="2666252418" sldId="258"/>
            <ac:spMk id="536" creationId="{C9E2C101-0BAC-0CC4-84FE-A8FB8D411549}"/>
          </ac:spMkLst>
        </pc:spChg>
        <pc:spChg chg="add del">
          <ac:chgData name="Sviatoslav Eroshkin" userId="1ed510c0-64b6-479c-a181-d0802ea4c078" providerId="ADAL" clId="{531BBDE6-4749-4AD8-9A1B-3798A51C2D7D}" dt="2026-08-11T09:53:34.623" v="1487" actId="22"/>
          <ac:spMkLst>
            <pc:docMk/>
            <pc:sldMk cId="2666252418" sldId="258"/>
            <ac:spMk id="562" creationId="{D3016962-5139-FDD9-60DA-13D74D0E6505}"/>
          </ac:spMkLst>
        </pc:spChg>
        <pc:spChg chg="del">
          <ac:chgData name="Sviatoslav Eroshkin" userId="1ed510c0-64b6-479c-a181-d0802ea4c078" providerId="ADAL" clId="{531BBDE6-4749-4AD8-9A1B-3798A51C2D7D}" dt="2026-08-11T09:53:34.623" v="1487" actId="22"/>
          <ac:spMkLst>
            <pc:docMk/>
            <pc:sldMk cId="2666252418" sldId="258"/>
            <ac:spMk id="568" creationId="{F0412AC5-7EA7-94EB-BDD0-17006F1486D2}"/>
          </ac:spMkLst>
        </pc:spChg>
        <pc:spChg chg="add">
          <ac:chgData name="Sviatoslav Eroshkin" userId="1ed510c0-64b6-479c-a181-d0802ea4c078" providerId="ADAL" clId="{531BBDE6-4749-4AD8-9A1B-3798A51C2D7D}" dt="2026-08-11T09:53:32.747" v="1486" actId="22"/>
          <ac:spMkLst>
            <pc:docMk/>
            <pc:sldMk cId="2666252418" sldId="258"/>
            <ac:spMk id="574" creationId="{45C528BE-EE77-0BDF-D188-66A82F3903D6}"/>
          </ac:spMkLst>
        </pc:spChg>
        <pc:spChg chg="del">
          <ac:chgData name="Sviatoslav Eroshkin" userId="1ed510c0-64b6-479c-a181-d0802ea4c078" providerId="ADAL" clId="{531BBDE6-4749-4AD8-9A1B-3798A51C2D7D}" dt="2026-08-11T09:53:34.623" v="1487" actId="22"/>
          <ac:spMkLst>
            <pc:docMk/>
            <pc:sldMk cId="2666252418" sldId="258"/>
            <ac:spMk id="582" creationId="{AFEA9708-F344-96BC-F297-2FF3A8C9B222}"/>
          </ac:spMkLst>
        </pc:spChg>
        <pc:spChg chg="del">
          <ac:chgData name="Sviatoslav Eroshkin" userId="1ed510c0-64b6-479c-a181-d0802ea4c078" providerId="ADAL" clId="{531BBDE6-4749-4AD8-9A1B-3798A51C2D7D}" dt="2026-08-11T09:53:34.623" v="1487" actId="22"/>
          <ac:spMkLst>
            <pc:docMk/>
            <pc:sldMk cId="2666252418" sldId="258"/>
            <ac:spMk id="586" creationId="{8AC885C1-558B-ABFD-D90C-D699B0673971}"/>
          </ac:spMkLst>
        </pc:spChg>
        <pc:spChg chg="add del">
          <ac:chgData name="Sviatoslav Eroshkin" userId="1ed510c0-64b6-479c-a181-d0802ea4c078" providerId="ADAL" clId="{531BBDE6-4749-4AD8-9A1B-3798A51C2D7D}" dt="2026-08-11T09:53:37.369" v="1489" actId="22"/>
          <ac:spMkLst>
            <pc:docMk/>
            <pc:sldMk cId="2666252418" sldId="258"/>
            <ac:spMk id="596" creationId="{708186D1-3C92-78C1-ADAD-F70D2E82FBF5}"/>
          </ac:spMkLst>
        </pc:spChg>
        <pc:spChg chg="add del">
          <ac:chgData name="Sviatoslav Eroshkin" userId="1ed510c0-64b6-479c-a181-d0802ea4c078" providerId="ADAL" clId="{531BBDE6-4749-4AD8-9A1B-3798A51C2D7D}" dt="2026-08-11T09:53:37.369" v="1489" actId="22"/>
          <ac:spMkLst>
            <pc:docMk/>
            <pc:sldMk cId="2666252418" sldId="258"/>
            <ac:spMk id="636" creationId="{00B5E5E5-E6A0-9521-D653-8F0173E2BC57}"/>
          </ac:spMkLst>
        </pc:spChg>
        <pc:spChg chg="add del">
          <ac:chgData name="Sviatoslav Eroshkin" userId="1ed510c0-64b6-479c-a181-d0802ea4c078" providerId="ADAL" clId="{531BBDE6-4749-4AD8-9A1B-3798A51C2D7D}" dt="2026-08-11T09:53:37.369" v="1489" actId="22"/>
          <ac:spMkLst>
            <pc:docMk/>
            <pc:sldMk cId="2666252418" sldId="258"/>
            <ac:spMk id="646" creationId="{D6338B4A-7AE4-3DBD-EED3-35A9031BF724}"/>
          </ac:spMkLst>
        </pc:spChg>
        <pc:spChg chg="add del">
          <ac:chgData name="Sviatoslav Eroshkin" userId="1ed510c0-64b6-479c-a181-d0802ea4c078" providerId="ADAL" clId="{531BBDE6-4749-4AD8-9A1B-3798A51C2D7D}" dt="2026-08-11T09:53:37.369" v="1489" actId="22"/>
          <ac:spMkLst>
            <pc:docMk/>
            <pc:sldMk cId="2666252418" sldId="258"/>
            <ac:spMk id="648" creationId="{51843839-244A-FB58-DD33-150A907D0BD0}"/>
          </ac:spMkLst>
        </pc:spChg>
        <pc:spChg chg="add del">
          <ac:chgData name="Sviatoslav Eroshkin" userId="1ed510c0-64b6-479c-a181-d0802ea4c078" providerId="ADAL" clId="{531BBDE6-4749-4AD8-9A1B-3798A51C2D7D}" dt="2026-08-11T09:53:37.369" v="1489" actId="22"/>
          <ac:spMkLst>
            <pc:docMk/>
            <pc:sldMk cId="2666252418" sldId="258"/>
            <ac:spMk id="660" creationId="{91152054-8F19-DD9A-F41A-618E573A90FB}"/>
          </ac:spMkLst>
        </pc:spChg>
        <pc:spChg chg="add del">
          <ac:chgData name="Sviatoslav Eroshkin" userId="1ed510c0-64b6-479c-a181-d0802ea4c078" providerId="ADAL" clId="{531BBDE6-4749-4AD8-9A1B-3798A51C2D7D}" dt="2026-08-11T09:53:37.369" v="1489" actId="22"/>
          <ac:spMkLst>
            <pc:docMk/>
            <pc:sldMk cId="2666252418" sldId="258"/>
            <ac:spMk id="664" creationId="{A9E2CE86-37A1-AAEA-B7E0-A996724E61EA}"/>
          </ac:spMkLst>
        </pc:spChg>
        <pc:spChg chg="add del">
          <ac:chgData name="Sviatoslav Eroshkin" userId="1ed510c0-64b6-479c-a181-d0802ea4c078" providerId="ADAL" clId="{531BBDE6-4749-4AD8-9A1B-3798A51C2D7D}" dt="2026-08-11T09:53:37.369" v="1489" actId="22"/>
          <ac:spMkLst>
            <pc:docMk/>
            <pc:sldMk cId="2666252418" sldId="258"/>
            <ac:spMk id="684" creationId="{8C418223-5615-3B5C-7003-1E0A01D272DB}"/>
          </ac:spMkLst>
        </pc:spChg>
        <pc:spChg chg="add del">
          <ac:chgData name="Sviatoslav Eroshkin" userId="1ed510c0-64b6-479c-a181-d0802ea4c078" providerId="ADAL" clId="{531BBDE6-4749-4AD8-9A1B-3798A51C2D7D}" dt="2026-08-11T09:53:37.369" v="1489" actId="22"/>
          <ac:spMkLst>
            <pc:docMk/>
            <pc:sldMk cId="2666252418" sldId="258"/>
            <ac:spMk id="686" creationId="{E4C45E96-252A-4B86-F563-6D615F207D3E}"/>
          </ac:spMkLst>
        </pc:spChg>
        <pc:spChg chg="add del">
          <ac:chgData name="Sviatoslav Eroshkin" userId="1ed510c0-64b6-479c-a181-d0802ea4c078" providerId="ADAL" clId="{531BBDE6-4749-4AD8-9A1B-3798A51C2D7D}" dt="2026-08-11T09:53:37.369" v="1489" actId="22"/>
          <ac:spMkLst>
            <pc:docMk/>
            <pc:sldMk cId="2666252418" sldId="258"/>
            <ac:spMk id="714" creationId="{158CED46-1A17-13AD-E008-31DFCC97E337}"/>
          </ac:spMkLst>
        </pc:spChg>
        <pc:spChg chg="add del">
          <ac:chgData name="Sviatoslav Eroshkin" userId="1ed510c0-64b6-479c-a181-d0802ea4c078" providerId="ADAL" clId="{531BBDE6-4749-4AD8-9A1B-3798A51C2D7D}" dt="2026-08-11T09:53:37.369" v="1489" actId="22"/>
          <ac:spMkLst>
            <pc:docMk/>
            <pc:sldMk cId="2666252418" sldId="258"/>
            <ac:spMk id="722" creationId="{83CDF4D2-2757-A281-D7D8-792774A2DE90}"/>
          </ac:spMkLst>
        </pc:spChg>
        <pc:spChg chg="del mod">
          <ac:chgData name="Sviatoslav Eroshkin" userId="1ed510c0-64b6-479c-a181-d0802ea4c078" providerId="ADAL" clId="{531BBDE6-4749-4AD8-9A1B-3798A51C2D7D}" dt="2026-08-11T11:23:06.282" v="1873" actId="478"/>
          <ac:spMkLst>
            <pc:docMk/>
            <pc:sldMk cId="2666252418" sldId="258"/>
            <ac:spMk id="725" creationId="{90475A8E-6B62-0D82-441A-438C553A9761}"/>
          </ac:spMkLst>
        </pc:spChg>
        <pc:spChg chg="add mod">
          <ac:chgData name="Sviatoslav Eroshkin" userId="1ed510c0-64b6-479c-a181-d0802ea4c078" providerId="ADAL" clId="{531BBDE6-4749-4AD8-9A1B-3798A51C2D7D}" dt="2026-08-11T09:53:52.133" v="1492" actId="1076"/>
          <ac:spMkLst>
            <pc:docMk/>
            <pc:sldMk cId="2666252418" sldId="258"/>
            <ac:spMk id="727" creationId="{97741B2B-9FA9-C88E-95CA-531F9F9E311A}"/>
          </ac:spMkLst>
        </pc:spChg>
        <pc:spChg chg="del mod">
          <ac:chgData name="Sviatoslav Eroshkin" userId="1ed510c0-64b6-479c-a181-d0802ea4c078" providerId="ADAL" clId="{531BBDE6-4749-4AD8-9A1B-3798A51C2D7D}" dt="2026-08-11T11:23:06.282" v="1873" actId="478"/>
          <ac:spMkLst>
            <pc:docMk/>
            <pc:sldMk cId="2666252418" sldId="258"/>
            <ac:spMk id="728" creationId="{D2940C6A-F26A-3761-E2C4-CF1D3A66729E}"/>
          </ac:spMkLst>
        </pc:spChg>
        <pc:spChg chg="del mod">
          <ac:chgData name="Sviatoslav Eroshkin" userId="1ed510c0-64b6-479c-a181-d0802ea4c078" providerId="ADAL" clId="{531BBDE6-4749-4AD8-9A1B-3798A51C2D7D}" dt="2026-08-11T11:23:06.282" v="1873" actId="478"/>
          <ac:spMkLst>
            <pc:docMk/>
            <pc:sldMk cId="2666252418" sldId="258"/>
            <ac:spMk id="731" creationId="{F11CE9BB-8D18-65F8-D844-34B630481FD8}"/>
          </ac:spMkLst>
        </pc:spChg>
        <pc:spChg chg="add mod">
          <ac:chgData name="Sviatoslav Eroshkin" userId="1ed510c0-64b6-479c-a181-d0802ea4c078" providerId="ADAL" clId="{531BBDE6-4749-4AD8-9A1B-3798A51C2D7D}" dt="2026-08-11T09:55:50.228" v="1500" actId="14100"/>
          <ac:spMkLst>
            <pc:docMk/>
            <pc:sldMk cId="2666252418" sldId="258"/>
            <ac:spMk id="735" creationId="{97810E0A-C4E4-591A-C17F-0C332BB1520A}"/>
          </ac:spMkLst>
        </pc:spChg>
        <pc:spChg chg="add mod">
          <ac:chgData name="Sviatoslav Eroshkin" userId="1ed510c0-64b6-479c-a181-d0802ea4c078" providerId="ADAL" clId="{531BBDE6-4749-4AD8-9A1B-3798A51C2D7D}" dt="2026-08-11T09:55:50.228" v="1500" actId="14100"/>
          <ac:spMkLst>
            <pc:docMk/>
            <pc:sldMk cId="2666252418" sldId="258"/>
            <ac:spMk id="739" creationId="{B83EB6AC-BA3A-F624-495F-689D9BB920AC}"/>
          </ac:spMkLst>
        </pc:spChg>
        <pc:spChg chg="add del mod">
          <ac:chgData name="Sviatoslav Eroshkin" userId="1ed510c0-64b6-479c-a181-d0802ea4c078" providerId="ADAL" clId="{531BBDE6-4749-4AD8-9A1B-3798A51C2D7D}" dt="2026-08-11T11:23:06.282" v="1873" actId="478"/>
          <ac:spMkLst>
            <pc:docMk/>
            <pc:sldMk cId="2666252418" sldId="258"/>
            <ac:spMk id="740" creationId="{CB02EE38-EFFD-6617-A409-5ADE48DD60C3}"/>
          </ac:spMkLst>
        </pc:spChg>
        <pc:spChg chg="add del mod">
          <ac:chgData name="Sviatoslav Eroshkin" userId="1ed510c0-64b6-479c-a181-d0802ea4c078" providerId="ADAL" clId="{531BBDE6-4749-4AD8-9A1B-3798A51C2D7D}" dt="2026-08-11T11:23:06.282" v="1873" actId="478"/>
          <ac:spMkLst>
            <pc:docMk/>
            <pc:sldMk cId="2666252418" sldId="258"/>
            <ac:spMk id="743" creationId="{EDF19F14-9D88-179A-4566-27262419ABCA}"/>
          </ac:spMkLst>
        </pc:spChg>
        <pc:spChg chg="add mod">
          <ac:chgData name="Sviatoslav Eroshkin" userId="1ed510c0-64b6-479c-a181-d0802ea4c078" providerId="ADAL" clId="{531BBDE6-4749-4AD8-9A1B-3798A51C2D7D}" dt="2026-08-11T09:53:52.133" v="1492" actId="1076"/>
          <ac:spMkLst>
            <pc:docMk/>
            <pc:sldMk cId="2666252418" sldId="258"/>
            <ac:spMk id="745" creationId="{5674B7DA-798A-AB06-38CD-C3E022FCDECD}"/>
          </ac:spMkLst>
        </pc:spChg>
        <pc:spChg chg="del mod">
          <ac:chgData name="Sviatoslav Eroshkin" userId="1ed510c0-64b6-479c-a181-d0802ea4c078" providerId="ADAL" clId="{531BBDE6-4749-4AD8-9A1B-3798A51C2D7D}" dt="2026-08-11T11:23:06.282" v="1873" actId="478"/>
          <ac:spMkLst>
            <pc:docMk/>
            <pc:sldMk cId="2666252418" sldId="258"/>
            <ac:spMk id="748" creationId="{D21320AB-567A-4F7B-115D-A6470E3CA187}"/>
          </ac:spMkLst>
        </pc:spChg>
        <pc:spChg chg="del mod">
          <ac:chgData name="Sviatoslav Eroshkin" userId="1ed510c0-64b6-479c-a181-d0802ea4c078" providerId="ADAL" clId="{531BBDE6-4749-4AD8-9A1B-3798A51C2D7D}" dt="2026-08-11T11:23:06.282" v="1873" actId="478"/>
          <ac:spMkLst>
            <pc:docMk/>
            <pc:sldMk cId="2666252418" sldId="258"/>
            <ac:spMk id="749" creationId="{B1CFA704-8B69-B575-8B40-D72F3AA25317}"/>
          </ac:spMkLst>
        </pc:spChg>
        <pc:spChg chg="del mod">
          <ac:chgData name="Sviatoslav Eroshkin" userId="1ed510c0-64b6-479c-a181-d0802ea4c078" providerId="ADAL" clId="{531BBDE6-4749-4AD8-9A1B-3798A51C2D7D}" dt="2026-08-11T11:23:06.282" v="1873" actId="478"/>
          <ac:spMkLst>
            <pc:docMk/>
            <pc:sldMk cId="2666252418" sldId="258"/>
            <ac:spMk id="750" creationId="{5843814A-B23E-3EF3-E933-1205472AB642}"/>
          </ac:spMkLst>
        </pc:spChg>
        <pc:spChg chg="add mod">
          <ac:chgData name="Sviatoslav Eroshkin" userId="1ed510c0-64b6-479c-a181-d0802ea4c078" providerId="ADAL" clId="{531BBDE6-4749-4AD8-9A1B-3798A51C2D7D}" dt="2026-08-11T09:53:52.133" v="1492" actId="1076"/>
          <ac:spMkLst>
            <pc:docMk/>
            <pc:sldMk cId="2666252418" sldId="258"/>
            <ac:spMk id="753" creationId="{5AD8B44C-7DC7-2AD3-A5C7-90CE720DADED}"/>
          </ac:spMkLst>
        </pc:spChg>
        <pc:spChg chg="mod">
          <ac:chgData name="Sviatoslav Eroshkin" userId="1ed510c0-64b6-479c-a181-d0802ea4c078" providerId="ADAL" clId="{531BBDE6-4749-4AD8-9A1B-3798A51C2D7D}" dt="2026-08-11T09:55:50.228" v="1500" actId="14100"/>
          <ac:spMkLst>
            <pc:docMk/>
            <pc:sldMk cId="2666252418" sldId="258"/>
            <ac:spMk id="754" creationId="{3DD02F20-8841-0DF4-9BC2-6C2BA70924C4}"/>
          </ac:spMkLst>
        </pc:spChg>
        <pc:spChg chg="del mod">
          <ac:chgData name="Sviatoslav Eroshkin" userId="1ed510c0-64b6-479c-a181-d0802ea4c078" providerId="ADAL" clId="{531BBDE6-4749-4AD8-9A1B-3798A51C2D7D}" dt="2026-08-11T11:23:06.282" v="1873" actId="478"/>
          <ac:spMkLst>
            <pc:docMk/>
            <pc:sldMk cId="2666252418" sldId="258"/>
            <ac:spMk id="755" creationId="{D91B55FC-23E1-E423-7A6A-30DC375CD22B}"/>
          </ac:spMkLst>
        </pc:spChg>
        <pc:spChg chg="del mod">
          <ac:chgData name="Sviatoslav Eroshkin" userId="1ed510c0-64b6-479c-a181-d0802ea4c078" providerId="ADAL" clId="{531BBDE6-4749-4AD8-9A1B-3798A51C2D7D}" dt="2026-08-11T11:23:06.282" v="1873" actId="478"/>
          <ac:spMkLst>
            <pc:docMk/>
            <pc:sldMk cId="2666252418" sldId="258"/>
            <ac:spMk id="756" creationId="{90336838-EB04-745B-0367-1191551D0C9D}"/>
          </ac:spMkLst>
        </pc:spChg>
        <pc:spChg chg="add mod">
          <ac:chgData name="Sviatoslav Eroshkin" userId="1ed510c0-64b6-479c-a181-d0802ea4c078" providerId="ADAL" clId="{531BBDE6-4749-4AD8-9A1B-3798A51C2D7D}" dt="2026-08-11T09:53:52.133" v="1492" actId="1076"/>
          <ac:spMkLst>
            <pc:docMk/>
            <pc:sldMk cId="2666252418" sldId="258"/>
            <ac:spMk id="757" creationId="{399EDBBD-BCA7-1EF8-B04C-1E5C5D5FDBB4}"/>
          </ac:spMkLst>
        </pc:spChg>
        <pc:spChg chg="add mod">
          <ac:chgData name="Sviatoslav Eroshkin" userId="1ed510c0-64b6-479c-a181-d0802ea4c078" providerId="ADAL" clId="{531BBDE6-4749-4AD8-9A1B-3798A51C2D7D}" dt="2026-08-11T09:53:52.133" v="1492" actId="1076"/>
          <ac:spMkLst>
            <pc:docMk/>
            <pc:sldMk cId="2666252418" sldId="258"/>
            <ac:spMk id="758" creationId="{0AAD2612-622A-5E40-40D6-648CAF0E599D}"/>
          </ac:spMkLst>
        </pc:spChg>
        <pc:spChg chg="add del mod">
          <ac:chgData name="Sviatoslav Eroshkin" userId="1ed510c0-64b6-479c-a181-d0802ea4c078" providerId="ADAL" clId="{531BBDE6-4749-4AD8-9A1B-3798A51C2D7D}" dt="2026-08-11T11:23:18.874" v="1877" actId="478"/>
          <ac:spMkLst>
            <pc:docMk/>
            <pc:sldMk cId="2666252418" sldId="258"/>
            <ac:spMk id="759" creationId="{CD13D839-C6C9-6265-2406-854EBD1F3A02}"/>
          </ac:spMkLst>
        </pc:spChg>
        <pc:spChg chg="del mod">
          <ac:chgData name="Sviatoslav Eroshkin" userId="1ed510c0-64b6-479c-a181-d0802ea4c078" providerId="ADAL" clId="{531BBDE6-4749-4AD8-9A1B-3798A51C2D7D}" dt="2026-08-11T11:23:18.874" v="1877" actId="478"/>
          <ac:spMkLst>
            <pc:docMk/>
            <pc:sldMk cId="2666252418" sldId="258"/>
            <ac:spMk id="761" creationId="{99134494-7576-BD6A-C768-972A51021AD3}"/>
          </ac:spMkLst>
        </pc:spChg>
        <pc:spChg chg="del mod">
          <ac:chgData name="Sviatoslav Eroshkin" userId="1ed510c0-64b6-479c-a181-d0802ea4c078" providerId="ADAL" clId="{531BBDE6-4749-4AD8-9A1B-3798A51C2D7D}" dt="2026-08-11T11:23:18.874" v="1877" actId="478"/>
          <ac:spMkLst>
            <pc:docMk/>
            <pc:sldMk cId="2666252418" sldId="258"/>
            <ac:spMk id="763" creationId="{D22473CF-7715-8534-B212-DDEEB6428638}"/>
          </ac:spMkLst>
        </pc:spChg>
        <pc:spChg chg="del mod">
          <ac:chgData name="Sviatoslav Eroshkin" userId="1ed510c0-64b6-479c-a181-d0802ea4c078" providerId="ADAL" clId="{531BBDE6-4749-4AD8-9A1B-3798A51C2D7D}" dt="2026-08-11T11:23:18.874" v="1877" actId="478"/>
          <ac:spMkLst>
            <pc:docMk/>
            <pc:sldMk cId="2666252418" sldId="258"/>
            <ac:spMk id="767" creationId="{563F22F0-D296-BC31-7397-C6A286CA9EF2}"/>
          </ac:spMkLst>
        </pc:spChg>
        <pc:spChg chg="del mod">
          <ac:chgData name="Sviatoslav Eroshkin" userId="1ed510c0-64b6-479c-a181-d0802ea4c078" providerId="ADAL" clId="{531BBDE6-4749-4AD8-9A1B-3798A51C2D7D}" dt="2026-08-11T11:23:18.874" v="1877" actId="478"/>
          <ac:spMkLst>
            <pc:docMk/>
            <pc:sldMk cId="2666252418" sldId="258"/>
            <ac:spMk id="770" creationId="{0B32DB19-BE7F-AAB1-29CC-CAAD4F265D32}"/>
          </ac:spMkLst>
        </pc:spChg>
        <pc:spChg chg="del mod">
          <ac:chgData name="Sviatoslav Eroshkin" userId="1ed510c0-64b6-479c-a181-d0802ea4c078" providerId="ADAL" clId="{531BBDE6-4749-4AD8-9A1B-3798A51C2D7D}" dt="2026-08-11T11:23:18.874" v="1877" actId="478"/>
          <ac:spMkLst>
            <pc:docMk/>
            <pc:sldMk cId="2666252418" sldId="258"/>
            <ac:spMk id="773" creationId="{0B8688A3-49DF-B133-72F3-54096FCEC377}"/>
          </ac:spMkLst>
        </pc:spChg>
        <pc:spChg chg="del mod">
          <ac:chgData name="Sviatoslav Eroshkin" userId="1ed510c0-64b6-479c-a181-d0802ea4c078" providerId="ADAL" clId="{531BBDE6-4749-4AD8-9A1B-3798A51C2D7D}" dt="2026-08-11T11:23:18.874" v="1877" actId="478"/>
          <ac:spMkLst>
            <pc:docMk/>
            <pc:sldMk cId="2666252418" sldId="258"/>
            <ac:spMk id="775" creationId="{C89685E5-608A-6FE0-619A-BA9FD5714CBB}"/>
          </ac:spMkLst>
        </pc:spChg>
        <pc:spChg chg="del mod">
          <ac:chgData name="Sviatoslav Eroshkin" userId="1ed510c0-64b6-479c-a181-d0802ea4c078" providerId="ADAL" clId="{531BBDE6-4749-4AD8-9A1B-3798A51C2D7D}" dt="2026-08-11T11:23:18.874" v="1877" actId="478"/>
          <ac:spMkLst>
            <pc:docMk/>
            <pc:sldMk cId="2666252418" sldId="258"/>
            <ac:spMk id="776" creationId="{44EE4E0C-85F6-C07B-1083-D0B773B98ED2}"/>
          </ac:spMkLst>
        </pc:spChg>
        <pc:spChg chg="mod">
          <ac:chgData name="Sviatoslav Eroshkin" userId="1ed510c0-64b6-479c-a181-d0802ea4c078" providerId="ADAL" clId="{531BBDE6-4749-4AD8-9A1B-3798A51C2D7D}" dt="2026-08-11T10:11:32.340" v="1531" actId="1076"/>
          <ac:spMkLst>
            <pc:docMk/>
            <pc:sldMk cId="2666252418" sldId="258"/>
            <ac:spMk id="780" creationId="{133C7CBA-7862-28FA-E0DB-11521972A7F1}"/>
          </ac:spMkLst>
        </pc:spChg>
        <pc:spChg chg="del mod">
          <ac:chgData name="Sviatoslav Eroshkin" userId="1ed510c0-64b6-479c-a181-d0802ea4c078" providerId="ADAL" clId="{531BBDE6-4749-4AD8-9A1B-3798A51C2D7D}" dt="2026-08-11T11:23:18.874" v="1877" actId="478"/>
          <ac:spMkLst>
            <pc:docMk/>
            <pc:sldMk cId="2666252418" sldId="258"/>
            <ac:spMk id="783" creationId="{F8D3EACC-7DBF-DB8F-92F7-59D6B308C2A5}"/>
          </ac:spMkLst>
        </pc:spChg>
        <pc:spChg chg="del mod">
          <ac:chgData name="Sviatoslav Eroshkin" userId="1ed510c0-64b6-479c-a181-d0802ea4c078" providerId="ADAL" clId="{531BBDE6-4749-4AD8-9A1B-3798A51C2D7D}" dt="2026-08-11T11:23:18.874" v="1877" actId="478"/>
          <ac:spMkLst>
            <pc:docMk/>
            <pc:sldMk cId="2666252418" sldId="258"/>
            <ac:spMk id="790" creationId="{0D0DFD46-2AB7-0508-59A3-D77428828950}"/>
          </ac:spMkLst>
        </pc:spChg>
        <pc:spChg chg="add mod">
          <ac:chgData name="Sviatoslav Eroshkin" userId="1ed510c0-64b6-479c-a181-d0802ea4c078" providerId="ADAL" clId="{531BBDE6-4749-4AD8-9A1B-3798A51C2D7D}" dt="2026-08-11T12:10:46.521" v="2013"/>
          <ac:spMkLst>
            <pc:docMk/>
            <pc:sldMk cId="2666252418" sldId="258"/>
            <ac:spMk id="799" creationId="{38ACF299-4D83-DDCA-FE0A-FA31BAC568C9}"/>
          </ac:spMkLst>
        </pc:spChg>
        <pc:spChg chg="add del mod">
          <ac:chgData name="Sviatoslav Eroshkin" userId="1ed510c0-64b6-479c-a181-d0802ea4c078" providerId="ADAL" clId="{531BBDE6-4749-4AD8-9A1B-3798A51C2D7D}" dt="2026-08-11T12:10:44.788" v="2011" actId="478"/>
          <ac:spMkLst>
            <pc:docMk/>
            <pc:sldMk cId="2666252418" sldId="258"/>
            <ac:spMk id="801" creationId="{FAF88395-7E46-0426-F34D-556D3BEEBB3C}"/>
          </ac:spMkLst>
        </pc:spChg>
        <pc:spChg chg="add mod">
          <ac:chgData name="Sviatoslav Eroshkin" userId="1ed510c0-64b6-479c-a181-d0802ea4c078" providerId="ADAL" clId="{531BBDE6-4749-4AD8-9A1B-3798A51C2D7D}" dt="2026-08-11T11:05:38.387" v="1595" actId="1076"/>
          <ac:spMkLst>
            <pc:docMk/>
            <pc:sldMk cId="2666252418" sldId="258"/>
            <ac:spMk id="803" creationId="{5671F846-6E79-B2E3-55B6-737120217D1C}"/>
          </ac:spMkLst>
        </pc:spChg>
        <pc:spChg chg="add mod">
          <ac:chgData name="Sviatoslav Eroshkin" userId="1ed510c0-64b6-479c-a181-d0802ea4c078" providerId="ADAL" clId="{531BBDE6-4749-4AD8-9A1B-3798A51C2D7D}" dt="2026-08-11T11:05:38.387" v="1595" actId="1076"/>
          <ac:spMkLst>
            <pc:docMk/>
            <pc:sldMk cId="2666252418" sldId="258"/>
            <ac:spMk id="808" creationId="{41F81CED-761C-40B2-09A1-1CB4949F8293}"/>
          </ac:spMkLst>
        </pc:spChg>
        <pc:spChg chg="add mod">
          <ac:chgData name="Sviatoslav Eroshkin" userId="1ed510c0-64b6-479c-a181-d0802ea4c078" providerId="ADAL" clId="{531BBDE6-4749-4AD8-9A1B-3798A51C2D7D}" dt="2026-08-11T11:05:38.387" v="1595" actId="1076"/>
          <ac:spMkLst>
            <pc:docMk/>
            <pc:sldMk cId="2666252418" sldId="258"/>
            <ac:spMk id="809" creationId="{7912B5BF-7122-F4C2-2BFF-12CA346F4814}"/>
          </ac:spMkLst>
        </pc:spChg>
        <pc:spChg chg="add mod">
          <ac:chgData name="Sviatoslav Eroshkin" userId="1ed510c0-64b6-479c-a181-d0802ea4c078" providerId="ADAL" clId="{531BBDE6-4749-4AD8-9A1B-3798A51C2D7D}" dt="2026-08-11T11:05:38.387" v="1595" actId="1076"/>
          <ac:spMkLst>
            <pc:docMk/>
            <pc:sldMk cId="2666252418" sldId="258"/>
            <ac:spMk id="810" creationId="{6A19609A-6113-9C25-024B-B2C710809DB4}"/>
          </ac:spMkLst>
        </pc:spChg>
        <pc:spChg chg="add mod">
          <ac:chgData name="Sviatoslav Eroshkin" userId="1ed510c0-64b6-479c-a181-d0802ea4c078" providerId="ADAL" clId="{531BBDE6-4749-4AD8-9A1B-3798A51C2D7D}" dt="2026-08-11T11:05:38.387" v="1595" actId="1076"/>
          <ac:spMkLst>
            <pc:docMk/>
            <pc:sldMk cId="2666252418" sldId="258"/>
            <ac:spMk id="812" creationId="{FF9F01EF-773F-6380-6EB4-63E765EF8BC3}"/>
          </ac:spMkLst>
        </pc:spChg>
        <pc:spChg chg="add mod">
          <ac:chgData name="Sviatoslav Eroshkin" userId="1ed510c0-64b6-479c-a181-d0802ea4c078" providerId="ADAL" clId="{531BBDE6-4749-4AD8-9A1B-3798A51C2D7D}" dt="2026-08-11T11:05:38.387" v="1595" actId="1076"/>
          <ac:spMkLst>
            <pc:docMk/>
            <pc:sldMk cId="2666252418" sldId="258"/>
            <ac:spMk id="813" creationId="{1276D1E0-F821-1B5B-CBEA-3DE699B280D9}"/>
          </ac:spMkLst>
        </pc:spChg>
        <pc:spChg chg="add mod">
          <ac:chgData name="Sviatoslav Eroshkin" userId="1ed510c0-64b6-479c-a181-d0802ea4c078" providerId="ADAL" clId="{531BBDE6-4749-4AD8-9A1B-3798A51C2D7D}" dt="2026-08-11T11:05:38.387" v="1595" actId="1076"/>
          <ac:spMkLst>
            <pc:docMk/>
            <pc:sldMk cId="2666252418" sldId="258"/>
            <ac:spMk id="814" creationId="{FD459469-9906-A84C-7545-E6F05BD71930}"/>
          </ac:spMkLst>
        </pc:spChg>
        <pc:spChg chg="add mod">
          <ac:chgData name="Sviatoslav Eroshkin" userId="1ed510c0-64b6-479c-a181-d0802ea4c078" providerId="ADAL" clId="{531BBDE6-4749-4AD8-9A1B-3798A51C2D7D}" dt="2026-08-11T11:05:38.387" v="1595" actId="1076"/>
          <ac:spMkLst>
            <pc:docMk/>
            <pc:sldMk cId="2666252418" sldId="258"/>
            <ac:spMk id="815" creationId="{EDDB8418-4482-09FE-57B3-AF84F8A2212A}"/>
          </ac:spMkLst>
        </pc:spChg>
        <pc:spChg chg="add mod">
          <ac:chgData name="Sviatoslav Eroshkin" userId="1ed510c0-64b6-479c-a181-d0802ea4c078" providerId="ADAL" clId="{531BBDE6-4749-4AD8-9A1B-3798A51C2D7D}" dt="2026-08-11T11:05:38.387" v="1595" actId="1076"/>
          <ac:spMkLst>
            <pc:docMk/>
            <pc:sldMk cId="2666252418" sldId="258"/>
            <ac:spMk id="816" creationId="{2F65D4BE-75B6-99E6-812F-D010C1013E63}"/>
          </ac:spMkLst>
        </pc:spChg>
        <pc:spChg chg="add mod">
          <ac:chgData name="Sviatoslav Eroshkin" userId="1ed510c0-64b6-479c-a181-d0802ea4c078" providerId="ADAL" clId="{531BBDE6-4749-4AD8-9A1B-3798A51C2D7D}" dt="2026-08-11T11:05:38.387" v="1595" actId="1076"/>
          <ac:spMkLst>
            <pc:docMk/>
            <pc:sldMk cId="2666252418" sldId="258"/>
            <ac:spMk id="817" creationId="{CCB12309-0F13-69CC-874C-A0824F8B4AB2}"/>
          </ac:spMkLst>
        </pc:spChg>
        <pc:spChg chg="add mod">
          <ac:chgData name="Sviatoslav Eroshkin" userId="1ed510c0-64b6-479c-a181-d0802ea4c078" providerId="ADAL" clId="{531BBDE6-4749-4AD8-9A1B-3798A51C2D7D}" dt="2026-08-11T11:05:39.714" v="1597"/>
          <ac:spMkLst>
            <pc:docMk/>
            <pc:sldMk cId="2666252418" sldId="258"/>
            <ac:spMk id="820" creationId="{90C8D81B-9C38-E8D7-DDD7-B8787631D2EF}"/>
          </ac:spMkLst>
        </pc:spChg>
        <pc:spChg chg="add mod">
          <ac:chgData name="Sviatoslav Eroshkin" userId="1ed510c0-64b6-479c-a181-d0802ea4c078" providerId="ADAL" clId="{531BBDE6-4749-4AD8-9A1B-3798A51C2D7D}" dt="2026-08-11T11:05:39.714" v="1597"/>
          <ac:spMkLst>
            <pc:docMk/>
            <pc:sldMk cId="2666252418" sldId="258"/>
            <ac:spMk id="822" creationId="{D9CB2086-F719-7072-5DDE-EAC9E8D21B91}"/>
          </ac:spMkLst>
        </pc:spChg>
        <pc:spChg chg="add mod">
          <ac:chgData name="Sviatoslav Eroshkin" userId="1ed510c0-64b6-479c-a181-d0802ea4c078" providerId="ADAL" clId="{531BBDE6-4749-4AD8-9A1B-3798A51C2D7D}" dt="2026-08-11T11:05:39.714" v="1597"/>
          <ac:spMkLst>
            <pc:docMk/>
            <pc:sldMk cId="2666252418" sldId="258"/>
            <ac:spMk id="824" creationId="{782C6F83-58F2-85E8-D39C-06700ACBA651}"/>
          </ac:spMkLst>
        </pc:spChg>
        <pc:spChg chg="add mod">
          <ac:chgData name="Sviatoslav Eroshkin" userId="1ed510c0-64b6-479c-a181-d0802ea4c078" providerId="ADAL" clId="{531BBDE6-4749-4AD8-9A1B-3798A51C2D7D}" dt="2026-08-11T11:05:39.714" v="1597"/>
          <ac:spMkLst>
            <pc:docMk/>
            <pc:sldMk cId="2666252418" sldId="258"/>
            <ac:spMk id="825" creationId="{F9991F25-C290-764C-2522-E096C6885830}"/>
          </ac:spMkLst>
        </pc:spChg>
        <pc:spChg chg="add mod">
          <ac:chgData name="Sviatoslav Eroshkin" userId="1ed510c0-64b6-479c-a181-d0802ea4c078" providerId="ADAL" clId="{531BBDE6-4749-4AD8-9A1B-3798A51C2D7D}" dt="2026-08-11T11:05:39.714" v="1597"/>
          <ac:spMkLst>
            <pc:docMk/>
            <pc:sldMk cId="2666252418" sldId="258"/>
            <ac:spMk id="827" creationId="{23875329-E44F-7D53-4672-15684204731E}"/>
          </ac:spMkLst>
        </pc:spChg>
        <pc:spChg chg="add mod">
          <ac:chgData name="Sviatoslav Eroshkin" userId="1ed510c0-64b6-479c-a181-d0802ea4c078" providerId="ADAL" clId="{531BBDE6-4749-4AD8-9A1B-3798A51C2D7D}" dt="2026-08-11T11:05:39.714" v="1597"/>
          <ac:spMkLst>
            <pc:docMk/>
            <pc:sldMk cId="2666252418" sldId="258"/>
            <ac:spMk id="830" creationId="{19C5FA8B-51AB-EF8D-216E-3F81BCD3BC8C}"/>
          </ac:spMkLst>
        </pc:spChg>
        <pc:spChg chg="add mod">
          <ac:chgData name="Sviatoslav Eroshkin" userId="1ed510c0-64b6-479c-a181-d0802ea4c078" providerId="ADAL" clId="{531BBDE6-4749-4AD8-9A1B-3798A51C2D7D}" dt="2026-08-11T11:05:39.714" v="1597"/>
          <ac:spMkLst>
            <pc:docMk/>
            <pc:sldMk cId="2666252418" sldId="258"/>
            <ac:spMk id="831" creationId="{70CAC1D9-1302-23CA-082D-D9AD1953DFD5}"/>
          </ac:spMkLst>
        </pc:spChg>
        <pc:spChg chg="add mod">
          <ac:chgData name="Sviatoslav Eroshkin" userId="1ed510c0-64b6-479c-a181-d0802ea4c078" providerId="ADAL" clId="{531BBDE6-4749-4AD8-9A1B-3798A51C2D7D}" dt="2026-08-11T11:05:39.714" v="1597"/>
          <ac:spMkLst>
            <pc:docMk/>
            <pc:sldMk cId="2666252418" sldId="258"/>
            <ac:spMk id="832" creationId="{FDC037C3-2F98-A148-8D64-43B6E43A28DF}"/>
          </ac:spMkLst>
        </pc:spChg>
        <pc:spChg chg="add mod">
          <ac:chgData name="Sviatoslav Eroshkin" userId="1ed510c0-64b6-479c-a181-d0802ea4c078" providerId="ADAL" clId="{531BBDE6-4749-4AD8-9A1B-3798A51C2D7D}" dt="2026-08-11T11:05:39.714" v="1597"/>
          <ac:spMkLst>
            <pc:docMk/>
            <pc:sldMk cId="2666252418" sldId="258"/>
            <ac:spMk id="833" creationId="{03684102-24D1-F2F6-028F-09BC9C79CC58}"/>
          </ac:spMkLst>
        </pc:spChg>
        <pc:spChg chg="add mod">
          <ac:chgData name="Sviatoslav Eroshkin" userId="1ed510c0-64b6-479c-a181-d0802ea4c078" providerId="ADAL" clId="{531BBDE6-4749-4AD8-9A1B-3798A51C2D7D}" dt="2026-08-11T11:05:39.714" v="1597"/>
          <ac:spMkLst>
            <pc:docMk/>
            <pc:sldMk cId="2666252418" sldId="258"/>
            <ac:spMk id="834" creationId="{1C0B5629-ECDF-C136-F325-1B6F27978611}"/>
          </ac:spMkLst>
        </pc:spChg>
        <pc:spChg chg="add del mod">
          <ac:chgData name="Sviatoslav Eroshkin" userId="1ed510c0-64b6-479c-a181-d0802ea4c078" providerId="ADAL" clId="{531BBDE6-4749-4AD8-9A1B-3798A51C2D7D}" dt="2026-08-11T11:22:24.836" v="1870" actId="478"/>
          <ac:spMkLst>
            <pc:docMk/>
            <pc:sldMk cId="2666252418" sldId="258"/>
            <ac:spMk id="837" creationId="{87095806-5BF5-1603-3247-4E1BEE5DC810}"/>
          </ac:spMkLst>
        </pc:spChg>
        <pc:spChg chg="add del mod">
          <ac:chgData name="Sviatoslav Eroshkin" userId="1ed510c0-64b6-479c-a181-d0802ea4c078" providerId="ADAL" clId="{531BBDE6-4749-4AD8-9A1B-3798A51C2D7D}" dt="2026-08-11T11:22:24.836" v="1870" actId="478"/>
          <ac:spMkLst>
            <pc:docMk/>
            <pc:sldMk cId="2666252418" sldId="258"/>
            <ac:spMk id="841" creationId="{9590E578-8737-F269-89BC-4F798390FAA2}"/>
          </ac:spMkLst>
        </pc:spChg>
        <pc:spChg chg="del">
          <ac:chgData name="Sviatoslav Eroshkin" userId="1ed510c0-64b6-479c-a181-d0802ea4c078" providerId="ADAL" clId="{531BBDE6-4749-4AD8-9A1B-3798A51C2D7D}" dt="2026-08-11T11:22:24.836" v="1870" actId="478"/>
          <ac:spMkLst>
            <pc:docMk/>
            <pc:sldMk cId="2666252418" sldId="258"/>
            <ac:spMk id="842" creationId="{0334F1E9-6F15-9E3B-C092-FE3F1B5BA1E0}"/>
          </ac:spMkLst>
        </pc:spChg>
        <pc:spChg chg="add del mod">
          <ac:chgData name="Sviatoslav Eroshkin" userId="1ed510c0-64b6-479c-a181-d0802ea4c078" providerId="ADAL" clId="{531BBDE6-4749-4AD8-9A1B-3798A51C2D7D}" dt="2026-08-11T11:22:24.836" v="1870" actId="478"/>
          <ac:spMkLst>
            <pc:docMk/>
            <pc:sldMk cId="2666252418" sldId="258"/>
            <ac:spMk id="843" creationId="{03F01F2D-5CD2-05FA-8FB6-6ECF6B15A6FC}"/>
          </ac:spMkLst>
        </pc:spChg>
        <pc:spChg chg="add del mod">
          <ac:chgData name="Sviatoslav Eroshkin" userId="1ed510c0-64b6-479c-a181-d0802ea4c078" providerId="ADAL" clId="{531BBDE6-4749-4AD8-9A1B-3798A51C2D7D}" dt="2026-08-11T11:22:24.836" v="1870" actId="478"/>
          <ac:spMkLst>
            <pc:docMk/>
            <pc:sldMk cId="2666252418" sldId="258"/>
            <ac:spMk id="844" creationId="{4DD14DF1-4F92-6B79-2202-CECF255EE793}"/>
          </ac:spMkLst>
        </pc:spChg>
        <pc:spChg chg="add mod">
          <ac:chgData name="Sviatoslav Eroshkin" userId="1ed510c0-64b6-479c-a181-d0802ea4c078" providerId="ADAL" clId="{531BBDE6-4749-4AD8-9A1B-3798A51C2D7D}" dt="2026-08-11T11:05:44.233" v="1600" actId="1076"/>
          <ac:spMkLst>
            <pc:docMk/>
            <pc:sldMk cId="2666252418" sldId="258"/>
            <ac:spMk id="847" creationId="{8788C99F-73DF-C60F-F403-243644E53E92}"/>
          </ac:spMkLst>
        </pc:spChg>
        <pc:spChg chg="add del mod">
          <ac:chgData name="Sviatoslav Eroshkin" userId="1ed510c0-64b6-479c-a181-d0802ea4c078" providerId="ADAL" clId="{531BBDE6-4749-4AD8-9A1B-3798A51C2D7D}" dt="2026-08-11T11:22:24.836" v="1870" actId="478"/>
          <ac:spMkLst>
            <pc:docMk/>
            <pc:sldMk cId="2666252418" sldId="258"/>
            <ac:spMk id="848" creationId="{996717D7-359C-075C-3AD3-BB971FE5865E}"/>
          </ac:spMkLst>
        </pc:spChg>
        <pc:spChg chg="add del mod">
          <ac:chgData name="Sviatoslav Eroshkin" userId="1ed510c0-64b6-479c-a181-d0802ea4c078" providerId="ADAL" clId="{531BBDE6-4749-4AD8-9A1B-3798A51C2D7D}" dt="2026-08-11T11:22:24.836" v="1870" actId="478"/>
          <ac:spMkLst>
            <pc:docMk/>
            <pc:sldMk cId="2666252418" sldId="258"/>
            <ac:spMk id="849" creationId="{E5C45787-84A4-C8C9-C116-5C07DAFCF36A}"/>
          </ac:spMkLst>
        </pc:spChg>
        <pc:spChg chg="add del mod">
          <ac:chgData name="Sviatoslav Eroshkin" userId="1ed510c0-64b6-479c-a181-d0802ea4c078" providerId="ADAL" clId="{531BBDE6-4749-4AD8-9A1B-3798A51C2D7D}" dt="2026-08-11T11:22:24.836" v="1870" actId="478"/>
          <ac:spMkLst>
            <pc:docMk/>
            <pc:sldMk cId="2666252418" sldId="258"/>
            <ac:spMk id="850" creationId="{1E3A4348-7F8F-2311-7C24-0A1B2D65228F}"/>
          </ac:spMkLst>
        </pc:spChg>
        <pc:spChg chg="add del mod">
          <ac:chgData name="Sviatoslav Eroshkin" userId="1ed510c0-64b6-479c-a181-d0802ea4c078" providerId="ADAL" clId="{531BBDE6-4749-4AD8-9A1B-3798A51C2D7D}" dt="2026-08-11T11:22:24.836" v="1870" actId="478"/>
          <ac:spMkLst>
            <pc:docMk/>
            <pc:sldMk cId="2666252418" sldId="258"/>
            <ac:spMk id="851" creationId="{33B85E7A-D964-5C4E-23E1-6F62BE08EB5F}"/>
          </ac:spMkLst>
        </pc:spChg>
        <pc:spChg chg="add del mod">
          <ac:chgData name="Sviatoslav Eroshkin" userId="1ed510c0-64b6-479c-a181-d0802ea4c078" providerId="ADAL" clId="{531BBDE6-4749-4AD8-9A1B-3798A51C2D7D}" dt="2026-08-11T11:22:24.836" v="1870" actId="478"/>
          <ac:spMkLst>
            <pc:docMk/>
            <pc:sldMk cId="2666252418" sldId="258"/>
            <ac:spMk id="852" creationId="{BB909D66-A6F2-9A45-67C9-1595C408F1A0}"/>
          </ac:spMkLst>
        </pc:spChg>
        <pc:spChg chg="add mod">
          <ac:chgData name="Sviatoslav Eroshkin" userId="1ed510c0-64b6-479c-a181-d0802ea4c078" providerId="ADAL" clId="{531BBDE6-4749-4AD8-9A1B-3798A51C2D7D}" dt="2026-08-11T12:10:32.923" v="2010" actId="20577"/>
          <ac:spMkLst>
            <pc:docMk/>
            <pc:sldMk cId="2666252418" sldId="258"/>
            <ac:spMk id="854" creationId="{A398B582-31BF-6ED7-9FCF-085A2FD03E99}"/>
          </ac:spMkLst>
        </pc:spChg>
        <pc:spChg chg="add mod">
          <ac:chgData name="Sviatoslav Eroshkin" userId="1ed510c0-64b6-479c-a181-d0802ea4c078" providerId="ADAL" clId="{531BBDE6-4749-4AD8-9A1B-3798A51C2D7D}" dt="2026-08-11T11:13:59.608" v="1768" actId="20577"/>
          <ac:spMkLst>
            <pc:docMk/>
            <pc:sldMk cId="2666252418" sldId="258"/>
            <ac:spMk id="856" creationId="{B8F1B441-1283-881E-A43C-647AA33F3952}"/>
          </ac:spMkLst>
        </pc:spChg>
        <pc:spChg chg="add mod">
          <ac:chgData name="Sviatoslav Eroshkin" userId="1ed510c0-64b6-479c-a181-d0802ea4c078" providerId="ADAL" clId="{531BBDE6-4749-4AD8-9A1B-3798A51C2D7D}" dt="2026-08-11T11:14:45.571" v="1787" actId="1076"/>
          <ac:spMkLst>
            <pc:docMk/>
            <pc:sldMk cId="2666252418" sldId="258"/>
            <ac:spMk id="858" creationId="{C50DC2E2-0BEA-2212-6BAA-0DDC03FD5266}"/>
          </ac:spMkLst>
        </pc:spChg>
        <pc:spChg chg="add mod">
          <ac:chgData name="Sviatoslav Eroshkin" userId="1ed510c0-64b6-479c-a181-d0802ea4c078" providerId="ADAL" clId="{531BBDE6-4749-4AD8-9A1B-3798A51C2D7D}" dt="2026-08-11T11:15:44.671" v="1794" actId="1076"/>
          <ac:spMkLst>
            <pc:docMk/>
            <pc:sldMk cId="2666252418" sldId="258"/>
            <ac:spMk id="860" creationId="{8639D1E6-B531-5B6E-8305-2ECEE5F6E27D}"/>
          </ac:spMkLst>
        </pc:spChg>
        <pc:spChg chg="add mod">
          <ac:chgData name="Sviatoslav Eroshkin" userId="1ed510c0-64b6-479c-a181-d0802ea4c078" providerId="ADAL" clId="{531BBDE6-4749-4AD8-9A1B-3798A51C2D7D}" dt="2026-08-11T11:15:49.471" v="1795" actId="14100"/>
          <ac:spMkLst>
            <pc:docMk/>
            <pc:sldMk cId="2666252418" sldId="258"/>
            <ac:spMk id="862" creationId="{E4D4F6E0-C3C3-7022-405C-0934272D29B4}"/>
          </ac:spMkLst>
        </pc:spChg>
        <pc:spChg chg="add del mod">
          <ac:chgData name="Sviatoslav Eroshkin" userId="1ed510c0-64b6-479c-a181-d0802ea4c078" providerId="ADAL" clId="{531BBDE6-4749-4AD8-9A1B-3798A51C2D7D}" dt="2026-08-11T12:09:34.737" v="1997" actId="478"/>
          <ac:spMkLst>
            <pc:docMk/>
            <pc:sldMk cId="2666252418" sldId="258"/>
            <ac:spMk id="868" creationId="{4BCDDC0B-2071-9BFB-51FC-5C577F39AF2A}"/>
          </ac:spMkLst>
        </pc:spChg>
        <pc:spChg chg="add del mod">
          <ac:chgData name="Sviatoslav Eroshkin" userId="1ed510c0-64b6-479c-a181-d0802ea4c078" providerId="ADAL" clId="{531BBDE6-4749-4AD8-9A1B-3798A51C2D7D}" dt="2026-08-11T12:13:56.623" v="2079" actId="478"/>
          <ac:spMkLst>
            <pc:docMk/>
            <pc:sldMk cId="2666252418" sldId="258"/>
            <ac:spMk id="869" creationId="{2FBE2603-608A-D5F1-A980-72C284812DFD}"/>
          </ac:spMkLst>
        </pc:spChg>
        <pc:spChg chg="add del mod">
          <ac:chgData name="Sviatoslav Eroshkin" userId="1ed510c0-64b6-479c-a181-d0802ea4c078" providerId="ADAL" clId="{531BBDE6-4749-4AD8-9A1B-3798A51C2D7D}" dt="2026-08-11T12:13:53.799" v="2078" actId="478"/>
          <ac:spMkLst>
            <pc:docMk/>
            <pc:sldMk cId="2666252418" sldId="258"/>
            <ac:spMk id="871" creationId="{17AAE9B0-2758-970F-E9F1-3F926774F01C}"/>
          </ac:spMkLst>
        </pc:spChg>
        <pc:spChg chg="add del">
          <ac:chgData name="Sviatoslav Eroshkin" userId="1ed510c0-64b6-479c-a181-d0802ea4c078" providerId="ADAL" clId="{531BBDE6-4749-4AD8-9A1B-3798A51C2D7D}" dt="2026-08-11T11:35:56.801" v="1967" actId="22"/>
          <ac:spMkLst>
            <pc:docMk/>
            <pc:sldMk cId="2666252418" sldId="258"/>
            <ac:spMk id="873" creationId="{15BF843D-8AD6-6AE3-1923-7E849B099DF0}"/>
          </ac:spMkLst>
        </pc:spChg>
        <pc:spChg chg="add del mod">
          <ac:chgData name="Sviatoslav Eroshkin" userId="1ed510c0-64b6-479c-a181-d0802ea4c078" providerId="ADAL" clId="{531BBDE6-4749-4AD8-9A1B-3798A51C2D7D}" dt="2026-08-11T12:13:17.168" v="2048"/>
          <ac:spMkLst>
            <pc:docMk/>
            <pc:sldMk cId="2666252418" sldId="258"/>
            <ac:spMk id="878" creationId="{E71AEDFD-E998-1A54-455A-26F76CA7297F}"/>
          </ac:spMkLst>
        </pc:spChg>
        <pc:spChg chg="add mod">
          <ac:chgData name="Sviatoslav Eroshkin" userId="1ed510c0-64b6-479c-a181-d0802ea4c078" providerId="ADAL" clId="{531BBDE6-4749-4AD8-9A1B-3798A51C2D7D}" dt="2026-08-11T12:13:29.654" v="2077" actId="20577"/>
          <ac:spMkLst>
            <pc:docMk/>
            <pc:sldMk cId="2666252418" sldId="258"/>
            <ac:spMk id="880" creationId="{17027DAD-B806-2BD5-7203-C6A10ABC5145}"/>
          </ac:spMkLst>
        </pc:spChg>
        <pc:picChg chg="add del mod">
          <ac:chgData name="Sviatoslav Eroshkin" userId="1ed510c0-64b6-479c-a181-d0802ea4c078" providerId="ADAL" clId="{531BBDE6-4749-4AD8-9A1B-3798A51C2D7D}" dt="2026-08-10T15:09:12.098" v="10" actId="478"/>
          <ac:picMkLst>
            <pc:docMk/>
            <pc:sldMk cId="2666252418" sldId="258"/>
            <ac:picMk id="5" creationId="{3A0CAEA9-5F72-3C1F-D031-7A07460DAF6B}"/>
          </ac:picMkLst>
        </pc:picChg>
        <pc:picChg chg="add del mod">
          <ac:chgData name="Sviatoslav Eroshkin" userId="1ed510c0-64b6-479c-a181-d0802ea4c078" providerId="ADAL" clId="{531BBDE6-4749-4AD8-9A1B-3798A51C2D7D}" dt="2026-08-10T15:09:12.903" v="11" actId="478"/>
          <ac:picMkLst>
            <pc:docMk/>
            <pc:sldMk cId="2666252418" sldId="258"/>
            <ac:picMk id="7" creationId="{E9B6E45A-93AB-FF17-1BAB-E2856BBA1DD3}"/>
          </ac:picMkLst>
        </pc:picChg>
        <pc:picChg chg="add mod modCrop">
          <ac:chgData name="Sviatoslav Eroshkin" userId="1ed510c0-64b6-479c-a181-d0802ea4c078" providerId="ADAL" clId="{531BBDE6-4749-4AD8-9A1B-3798A51C2D7D}" dt="2026-08-10T15:12:26.895" v="71" actId="1076"/>
          <ac:picMkLst>
            <pc:docMk/>
            <pc:sldMk cId="2666252418" sldId="258"/>
            <ac:picMk id="13" creationId="{7BBFC8B4-A28C-9780-F064-8A10AAC71374}"/>
          </ac:picMkLst>
        </pc:picChg>
        <pc:picChg chg="add mod">
          <ac:chgData name="Sviatoslav Eroshkin" userId="1ed510c0-64b6-479c-a181-d0802ea4c078" providerId="ADAL" clId="{531BBDE6-4749-4AD8-9A1B-3798A51C2D7D}" dt="2026-08-10T15:12:25.205" v="70" actId="1076"/>
          <ac:picMkLst>
            <pc:docMk/>
            <pc:sldMk cId="2666252418" sldId="258"/>
            <ac:picMk id="15" creationId="{D6048958-F27B-6D3E-2AE9-7622089AF511}"/>
          </ac:picMkLst>
        </pc:picChg>
        <pc:picChg chg="add del mod">
          <ac:chgData name="Sviatoslav Eroshkin" userId="1ed510c0-64b6-479c-a181-d0802ea4c078" providerId="ADAL" clId="{531BBDE6-4749-4AD8-9A1B-3798A51C2D7D}" dt="2026-08-11T08:49:05.804" v="1252" actId="478"/>
          <ac:picMkLst>
            <pc:docMk/>
            <pc:sldMk cId="2666252418" sldId="258"/>
            <ac:picMk id="30" creationId="{6FE87B24-27F5-01F3-48DE-02E71A60D612}"/>
          </ac:picMkLst>
        </pc:picChg>
        <pc:picChg chg="add del mod">
          <ac:chgData name="Sviatoslav Eroshkin" userId="1ed510c0-64b6-479c-a181-d0802ea4c078" providerId="ADAL" clId="{531BBDE6-4749-4AD8-9A1B-3798A51C2D7D}" dt="2026-08-11T07:55:48.230" v="846" actId="478"/>
          <ac:picMkLst>
            <pc:docMk/>
            <pc:sldMk cId="2666252418" sldId="258"/>
            <ac:picMk id="31" creationId="{F29DC631-D29A-4CEB-43FA-46657D5880FE}"/>
          </ac:picMkLst>
        </pc:picChg>
        <pc:picChg chg="add del mod">
          <ac:chgData name="Sviatoslav Eroshkin" userId="1ed510c0-64b6-479c-a181-d0802ea4c078" providerId="ADAL" clId="{531BBDE6-4749-4AD8-9A1B-3798A51C2D7D}" dt="2026-08-10T15:19:19.857" v="276" actId="478"/>
          <ac:picMkLst>
            <pc:docMk/>
            <pc:sldMk cId="2666252418" sldId="258"/>
            <ac:picMk id="32" creationId="{AA11D64B-BA0A-CC66-C24F-455280EE6106}"/>
          </ac:picMkLst>
        </pc:picChg>
        <pc:picChg chg="add del mod">
          <ac:chgData name="Sviatoslav Eroshkin" userId="1ed510c0-64b6-479c-a181-d0802ea4c078" providerId="ADAL" clId="{531BBDE6-4749-4AD8-9A1B-3798A51C2D7D}" dt="2026-08-11T07:55:47.909" v="845" actId="478"/>
          <ac:picMkLst>
            <pc:docMk/>
            <pc:sldMk cId="2666252418" sldId="258"/>
            <ac:picMk id="32" creationId="{B0B3B1D0-3CF5-3BF8-00E0-319EFC212F84}"/>
          </ac:picMkLst>
        </pc:picChg>
        <pc:picChg chg="add mod">
          <ac:chgData name="Sviatoslav Eroshkin" userId="1ed510c0-64b6-479c-a181-d0802ea4c078" providerId="ADAL" clId="{531BBDE6-4749-4AD8-9A1B-3798A51C2D7D}" dt="2026-08-11T12:09:59.345" v="2003" actId="1076"/>
          <ac:picMkLst>
            <pc:docMk/>
            <pc:sldMk cId="2666252418" sldId="258"/>
            <ac:picMk id="34" creationId="{4518773E-4939-A74C-1946-CE06E76014B0}"/>
          </ac:picMkLst>
        </pc:picChg>
        <pc:picChg chg="add del mod">
          <ac:chgData name="Sviatoslav Eroshkin" userId="1ed510c0-64b6-479c-a181-d0802ea4c078" providerId="ADAL" clId="{531BBDE6-4749-4AD8-9A1B-3798A51C2D7D}" dt="2026-08-10T15:26:21.946" v="378" actId="478"/>
          <ac:picMkLst>
            <pc:docMk/>
            <pc:sldMk cId="2666252418" sldId="258"/>
            <ac:picMk id="36" creationId="{E7A17DE1-6F4D-399E-01F6-50C8B09B39F3}"/>
          </ac:picMkLst>
        </pc:picChg>
        <pc:picChg chg="add del mod modCrop">
          <ac:chgData name="Sviatoslav Eroshkin" userId="1ed510c0-64b6-479c-a181-d0802ea4c078" providerId="ADAL" clId="{531BBDE6-4749-4AD8-9A1B-3798A51C2D7D}" dt="2026-08-10T15:30:44.732" v="383" actId="478"/>
          <ac:picMkLst>
            <pc:docMk/>
            <pc:sldMk cId="2666252418" sldId="258"/>
            <ac:picMk id="38" creationId="{0BDFE120-BF2A-1509-C6C7-11927B0C9AAA}"/>
          </ac:picMkLst>
        </pc:picChg>
        <pc:picChg chg="add del mod modCrop">
          <ac:chgData name="Sviatoslav Eroshkin" userId="1ed510c0-64b6-479c-a181-d0802ea4c078" providerId="ADAL" clId="{531BBDE6-4749-4AD8-9A1B-3798A51C2D7D}" dt="2026-08-10T15:30:45.199" v="384" actId="478"/>
          <ac:picMkLst>
            <pc:docMk/>
            <pc:sldMk cId="2666252418" sldId="258"/>
            <ac:picMk id="40" creationId="{E7667BD4-CCDE-98E1-DA1A-5F302F946872}"/>
          </ac:picMkLst>
        </pc:picChg>
        <pc:picChg chg="add mod">
          <ac:chgData name="Sviatoslav Eroshkin" userId="1ed510c0-64b6-479c-a181-d0802ea4c078" providerId="ADAL" clId="{531BBDE6-4749-4AD8-9A1B-3798A51C2D7D}" dt="2026-08-11T12:10:01.121" v="2004" actId="1076"/>
          <ac:picMkLst>
            <pc:docMk/>
            <pc:sldMk cId="2666252418" sldId="258"/>
            <ac:picMk id="42" creationId="{C6A535F8-3C5D-DBD7-3915-FC93B68B1754}"/>
          </ac:picMkLst>
        </pc:picChg>
        <pc:picChg chg="add del mod">
          <ac:chgData name="Sviatoslav Eroshkin" userId="1ed510c0-64b6-479c-a181-d0802ea4c078" providerId="ADAL" clId="{531BBDE6-4749-4AD8-9A1B-3798A51C2D7D}" dt="2026-08-10T15:26:30.132" v="379" actId="478"/>
          <ac:picMkLst>
            <pc:docMk/>
            <pc:sldMk cId="2666252418" sldId="258"/>
            <ac:picMk id="44" creationId="{FDEE2B5C-C3E0-E0E0-C6C2-7C116F81BE07}"/>
          </ac:picMkLst>
        </pc:picChg>
        <pc:picChg chg="add del mod">
          <ac:chgData name="Sviatoslav Eroshkin" userId="1ed510c0-64b6-479c-a181-d0802ea4c078" providerId="ADAL" clId="{531BBDE6-4749-4AD8-9A1B-3798A51C2D7D}" dt="2026-08-10T15:30:46.956" v="385" actId="478"/>
          <ac:picMkLst>
            <pc:docMk/>
            <pc:sldMk cId="2666252418" sldId="258"/>
            <ac:picMk id="46" creationId="{8F77B0BC-9D2A-87FF-A538-6D30DCDEBB73}"/>
          </ac:picMkLst>
        </pc:picChg>
        <pc:picChg chg="add del mod modCrop">
          <ac:chgData name="Sviatoslav Eroshkin" userId="1ed510c0-64b6-479c-a181-d0802ea4c078" providerId="ADAL" clId="{531BBDE6-4749-4AD8-9A1B-3798A51C2D7D}" dt="2026-08-10T15:30:47.296" v="386" actId="478"/>
          <ac:picMkLst>
            <pc:docMk/>
            <pc:sldMk cId="2666252418" sldId="258"/>
            <ac:picMk id="48" creationId="{86AE775C-F188-1742-F14C-03FCE5DA00AA}"/>
          </ac:picMkLst>
        </pc:picChg>
        <pc:picChg chg="add del mod modCrop">
          <ac:chgData name="Sviatoslav Eroshkin" userId="1ed510c0-64b6-479c-a181-d0802ea4c078" providerId="ADAL" clId="{531BBDE6-4749-4AD8-9A1B-3798A51C2D7D}" dt="2026-08-11T07:25:24.757" v="408" actId="478"/>
          <ac:picMkLst>
            <pc:docMk/>
            <pc:sldMk cId="2666252418" sldId="258"/>
            <ac:picMk id="50" creationId="{FD48317D-DCEF-D5A4-FB79-729801E5208B}"/>
          </ac:picMkLst>
        </pc:picChg>
        <pc:picChg chg="add del mod modCrop">
          <ac:chgData name="Sviatoslav Eroshkin" userId="1ed510c0-64b6-479c-a181-d0802ea4c078" providerId="ADAL" clId="{531BBDE6-4749-4AD8-9A1B-3798A51C2D7D}" dt="2026-08-11T07:25:25.349" v="409" actId="478"/>
          <ac:picMkLst>
            <pc:docMk/>
            <pc:sldMk cId="2666252418" sldId="258"/>
            <ac:picMk id="54" creationId="{F7C82663-8A8F-8E5B-3685-EFB5B7658FD0}"/>
          </ac:picMkLst>
        </pc:picChg>
        <pc:picChg chg="add mod">
          <ac:chgData name="Sviatoslav Eroshkin" userId="1ed510c0-64b6-479c-a181-d0802ea4c078" providerId="ADAL" clId="{531BBDE6-4749-4AD8-9A1B-3798A51C2D7D}" dt="2026-08-11T11:15:04.613" v="1789" actId="1076"/>
          <ac:picMkLst>
            <pc:docMk/>
            <pc:sldMk cId="2666252418" sldId="258"/>
            <ac:picMk id="140" creationId="{4EA45851-1BED-FD17-6F5A-24F915052C34}"/>
          </ac:picMkLst>
        </pc:picChg>
        <pc:picChg chg="add mod">
          <ac:chgData name="Sviatoslav Eroshkin" userId="1ed510c0-64b6-479c-a181-d0802ea4c078" providerId="ADAL" clId="{531BBDE6-4749-4AD8-9A1B-3798A51C2D7D}" dt="2026-08-11T11:15:04.613" v="1789" actId="1076"/>
          <ac:picMkLst>
            <pc:docMk/>
            <pc:sldMk cId="2666252418" sldId="258"/>
            <ac:picMk id="142" creationId="{A4E0B00B-7573-E070-2048-2CEC9C35DA4E}"/>
          </ac:picMkLst>
        </pc:picChg>
        <pc:picChg chg="del">
          <ac:chgData name="Sviatoslav Eroshkin" userId="1ed510c0-64b6-479c-a181-d0802ea4c078" providerId="ADAL" clId="{531BBDE6-4749-4AD8-9A1B-3798A51C2D7D}" dt="2026-08-11T08:47:53.919" v="1247" actId="478"/>
          <ac:picMkLst>
            <pc:docMk/>
            <pc:sldMk cId="2666252418" sldId="258"/>
            <ac:picMk id="265" creationId="{ABDC8A51-1BFA-EC19-2F9B-A0988EDA9BDE}"/>
          </ac:picMkLst>
        </pc:picChg>
        <pc:picChg chg="del">
          <ac:chgData name="Sviatoslav Eroshkin" userId="1ed510c0-64b6-479c-a181-d0802ea4c078" providerId="ADAL" clId="{531BBDE6-4749-4AD8-9A1B-3798A51C2D7D}" dt="2026-08-11T08:47:54.298" v="1248" actId="478"/>
          <ac:picMkLst>
            <pc:docMk/>
            <pc:sldMk cId="2666252418" sldId="258"/>
            <ac:picMk id="267" creationId="{013CACA2-4344-6F73-D3E9-E8D23A3E4098}"/>
          </ac:picMkLst>
        </pc:picChg>
        <pc:picChg chg="add mod">
          <ac:chgData name="Sviatoslav Eroshkin" userId="1ed510c0-64b6-479c-a181-d0802ea4c078" providerId="ADAL" clId="{531BBDE6-4749-4AD8-9A1B-3798A51C2D7D}" dt="2026-08-11T11:14:38.190" v="1786" actId="1076"/>
          <ac:picMkLst>
            <pc:docMk/>
            <pc:sldMk cId="2666252418" sldId="258"/>
            <ac:picMk id="347" creationId="{BB857386-A120-FA25-A8B0-FA329107640A}"/>
          </ac:picMkLst>
        </pc:picChg>
        <pc:picChg chg="add mod">
          <ac:chgData name="Sviatoslav Eroshkin" userId="1ed510c0-64b6-479c-a181-d0802ea4c078" providerId="ADAL" clId="{531BBDE6-4749-4AD8-9A1B-3798A51C2D7D}" dt="2026-08-11T11:14:38.190" v="1786" actId="1076"/>
          <ac:picMkLst>
            <pc:docMk/>
            <pc:sldMk cId="2666252418" sldId="258"/>
            <ac:picMk id="349" creationId="{7BC5CFA0-67CF-724B-E628-45663EF2931A}"/>
          </ac:picMkLst>
        </pc:picChg>
        <pc:picChg chg="add del mod">
          <ac:chgData name="Sviatoslav Eroshkin" userId="1ed510c0-64b6-479c-a181-d0802ea4c078" providerId="ADAL" clId="{531BBDE6-4749-4AD8-9A1B-3798A51C2D7D}" dt="2026-08-11T09:56:26.494" v="1501" actId="478"/>
          <ac:picMkLst>
            <pc:docMk/>
            <pc:sldMk cId="2666252418" sldId="258"/>
            <ac:picMk id="448" creationId="{6F861A44-DF1E-2E13-A20C-F7E4B3B6D68E}"/>
          </ac:picMkLst>
        </pc:picChg>
        <pc:picChg chg="add del mod modCrop">
          <ac:chgData name="Sviatoslav Eroshkin" userId="1ed510c0-64b6-479c-a181-d0802ea4c078" providerId="ADAL" clId="{531BBDE6-4749-4AD8-9A1B-3798A51C2D7D}" dt="2026-08-11T12:12:40.810" v="2021" actId="478"/>
          <ac:picMkLst>
            <pc:docMk/>
            <pc:sldMk cId="2666252418" sldId="258"/>
            <ac:picMk id="795" creationId="{8EDF0CA4-3C3E-3743-0028-049C09243046}"/>
          </ac:picMkLst>
        </pc:picChg>
        <pc:picChg chg="add del mod">
          <ac:chgData name="Sviatoslav Eroshkin" userId="1ed510c0-64b6-479c-a181-d0802ea4c078" providerId="ADAL" clId="{531BBDE6-4749-4AD8-9A1B-3798A51C2D7D}" dt="2026-08-11T11:08:45.940" v="1675" actId="478"/>
          <ac:picMkLst>
            <pc:docMk/>
            <pc:sldMk cId="2666252418" sldId="258"/>
            <ac:picMk id="797" creationId="{4916201F-3871-EF06-6A0A-0B2650990C38}"/>
          </ac:picMkLst>
        </pc:picChg>
        <pc:picChg chg="del mod">
          <ac:chgData name="Sviatoslav Eroshkin" userId="1ed510c0-64b6-479c-a181-d0802ea4c078" providerId="ADAL" clId="{531BBDE6-4749-4AD8-9A1B-3798A51C2D7D}" dt="2026-08-11T11:22:30.206" v="1872" actId="478"/>
          <ac:picMkLst>
            <pc:docMk/>
            <pc:sldMk cId="2666252418" sldId="258"/>
            <ac:picMk id="836" creationId="{A6689043-5BD9-5435-7317-442331F4F2BD}"/>
          </ac:picMkLst>
        </pc:picChg>
        <pc:picChg chg="del mod">
          <ac:chgData name="Sviatoslav Eroshkin" userId="1ed510c0-64b6-479c-a181-d0802ea4c078" providerId="ADAL" clId="{531BBDE6-4749-4AD8-9A1B-3798A51C2D7D}" dt="2026-08-11T11:22:29.634" v="1871" actId="478"/>
          <ac:picMkLst>
            <pc:docMk/>
            <pc:sldMk cId="2666252418" sldId="258"/>
            <ac:picMk id="838" creationId="{41E6D671-C22B-04E3-0D5B-6C5F96065E47}"/>
          </ac:picMkLst>
        </pc:picChg>
        <pc:picChg chg="add mod">
          <ac:chgData name="Sviatoslav Eroshkin" userId="1ed510c0-64b6-479c-a181-d0802ea4c078" providerId="ADAL" clId="{531BBDE6-4749-4AD8-9A1B-3798A51C2D7D}" dt="2026-08-11T11:25:15.136" v="1892" actId="1076"/>
          <ac:picMkLst>
            <pc:docMk/>
            <pc:sldMk cId="2666252418" sldId="258"/>
            <ac:picMk id="864" creationId="{CA68CA19-B980-CA89-6AFB-802404B1B194}"/>
          </ac:picMkLst>
        </pc:picChg>
        <pc:picChg chg="add mod">
          <ac:chgData name="Sviatoslav Eroshkin" userId="1ed510c0-64b6-479c-a181-d0802ea4c078" providerId="ADAL" clId="{531BBDE6-4749-4AD8-9A1B-3798A51C2D7D}" dt="2026-08-11T11:25:15.136" v="1892" actId="1076"/>
          <ac:picMkLst>
            <pc:docMk/>
            <pc:sldMk cId="2666252418" sldId="258"/>
            <ac:picMk id="866" creationId="{F77C059A-F317-FCEA-E473-4203D70F287C}"/>
          </ac:picMkLst>
        </pc:picChg>
        <pc:picChg chg="add mod modCrop">
          <ac:chgData name="Sviatoslav Eroshkin" userId="1ed510c0-64b6-479c-a181-d0802ea4c078" providerId="ADAL" clId="{531BBDE6-4749-4AD8-9A1B-3798A51C2D7D}" dt="2026-08-11T11:53:03.707" v="1988" actId="1076"/>
          <ac:picMkLst>
            <pc:docMk/>
            <pc:sldMk cId="2666252418" sldId="258"/>
            <ac:picMk id="875" creationId="{3117FF3B-7CA4-A4F3-DB87-7F6FA2EE3564}"/>
          </ac:picMkLst>
        </pc:picChg>
        <pc:picChg chg="add mod">
          <ac:chgData name="Sviatoslav Eroshkin" userId="1ed510c0-64b6-479c-a181-d0802ea4c078" providerId="ADAL" clId="{531BBDE6-4749-4AD8-9A1B-3798A51C2D7D}" dt="2026-08-11T12:13:00.726" v="2031" actId="1076"/>
          <ac:picMkLst>
            <pc:docMk/>
            <pc:sldMk cId="2666252418" sldId="258"/>
            <ac:picMk id="877" creationId="{FE8EC36B-3FC9-5D71-B44A-B3E7D9292C7B}"/>
          </ac:picMkLst>
        </pc:picChg>
        <pc:cxnChg chg="add del mod">
          <ac:chgData name="Sviatoslav Eroshkin" userId="1ed510c0-64b6-479c-a181-d0802ea4c078" providerId="ADAL" clId="{531BBDE6-4749-4AD8-9A1B-3798A51C2D7D}" dt="2026-08-11T07:43:56.683" v="662" actId="478"/>
          <ac:cxnSpMkLst>
            <pc:docMk/>
            <pc:sldMk cId="2666252418" sldId="258"/>
            <ac:cxnSpMk id="64" creationId="{14F16F00-E66F-44B9-DDC1-A5BDA71F2D65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F7DBF7-E209-4BF8-B32D-1A30AA3F51E4}" type="datetimeFigureOut">
              <a:rPr lang="nb-NO" smtClean="0"/>
              <a:t>11.08.2026</a:t>
            </a:fld>
            <a:endParaRPr lang="nb-N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338388" y="1143000"/>
            <a:ext cx="2181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b-N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FFFD018-2A34-4DCC-AFCE-CA8D8035A367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0876748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1pPr>
    <a:lvl2pPr marL="319994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2pPr>
    <a:lvl3pPr marL="639989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3pPr>
    <a:lvl4pPr marL="959983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4pPr>
    <a:lvl5pPr marL="1279977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5pPr>
    <a:lvl6pPr marL="1599971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6pPr>
    <a:lvl7pPr marL="1919966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7pPr>
    <a:lvl8pPr marL="2239960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8pPr>
    <a:lvl9pPr marL="2559954" algn="l" defTabSz="639989" rtl="0" eaLnBrk="1" latinLnBrk="0" hangingPunct="1">
      <a:defRPr sz="84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FFFD018-2A34-4DCC-AFCE-CA8D8035A367}" type="slidenum">
              <a:rPr lang="nb-NO" smtClean="0"/>
              <a:t>1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686505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3772" y="4954765"/>
            <a:ext cx="18176081" cy="10540259"/>
          </a:xfrm>
        </p:spPr>
        <p:txBody>
          <a:bodyPr anchor="b"/>
          <a:lstStyle>
            <a:lvl1pPr algn="ctr">
              <a:defRPr sz="140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2953" y="15901497"/>
            <a:ext cx="16037719" cy="7309499"/>
          </a:xfrm>
        </p:spPr>
        <p:txBody>
          <a:bodyPr/>
          <a:lstStyle>
            <a:lvl1pPr marL="0" indent="0" algn="ctr">
              <a:buNone/>
              <a:defRPr sz="5612"/>
            </a:lvl1pPr>
            <a:lvl2pPr marL="1069162" indent="0" algn="ctr">
              <a:buNone/>
              <a:defRPr sz="4677"/>
            </a:lvl2pPr>
            <a:lvl3pPr marL="2138324" indent="0" algn="ctr">
              <a:buNone/>
              <a:defRPr sz="4209"/>
            </a:lvl3pPr>
            <a:lvl4pPr marL="3207487" indent="0" algn="ctr">
              <a:buNone/>
              <a:defRPr sz="3742"/>
            </a:lvl4pPr>
            <a:lvl5pPr marL="4276649" indent="0" algn="ctr">
              <a:buNone/>
              <a:defRPr sz="3742"/>
            </a:lvl5pPr>
            <a:lvl6pPr marL="5345811" indent="0" algn="ctr">
              <a:buNone/>
              <a:defRPr sz="3742"/>
            </a:lvl6pPr>
            <a:lvl7pPr marL="6414973" indent="0" algn="ctr">
              <a:buNone/>
              <a:defRPr sz="3742"/>
            </a:lvl7pPr>
            <a:lvl8pPr marL="7484135" indent="0" algn="ctr">
              <a:buNone/>
              <a:defRPr sz="3742"/>
            </a:lvl8pPr>
            <a:lvl9pPr marL="8553298" indent="0" algn="ctr">
              <a:buNone/>
              <a:defRPr sz="3742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6AF5-6C55-5C4D-A485-C9BB7A807AF6}" type="datetimeFigureOut">
              <a:rPr lang="nb-NO" smtClean="0"/>
              <a:t>11.08.2026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20D52-75C9-9C4E-A9C8-5FEC4417795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7356094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6AF5-6C55-5C4D-A485-C9BB7A807AF6}" type="datetimeFigureOut">
              <a:rPr lang="nb-NO" smtClean="0"/>
              <a:t>11.08.2026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20D52-75C9-9C4E-A9C8-5FEC4417795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588605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8988" y="7547788"/>
            <a:ext cx="18443377" cy="12593645"/>
          </a:xfrm>
        </p:spPr>
        <p:txBody>
          <a:bodyPr anchor="b"/>
          <a:lstStyle>
            <a:lvl1pPr>
              <a:defRPr sz="1403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8988" y="20260574"/>
            <a:ext cx="18443377" cy="6622701"/>
          </a:xfrm>
        </p:spPr>
        <p:txBody>
          <a:bodyPr/>
          <a:lstStyle>
            <a:lvl1pPr marL="0" indent="0">
              <a:buNone/>
              <a:defRPr sz="5612">
                <a:solidFill>
                  <a:schemeClr val="tx1">
                    <a:tint val="82000"/>
                  </a:schemeClr>
                </a:solidFill>
              </a:defRPr>
            </a:lvl1pPr>
            <a:lvl2pPr marL="1069162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2pPr>
            <a:lvl3pPr marL="2138324" indent="0">
              <a:buNone/>
              <a:defRPr sz="4209">
                <a:solidFill>
                  <a:schemeClr val="tx1">
                    <a:tint val="82000"/>
                  </a:schemeClr>
                </a:solidFill>
              </a:defRPr>
            </a:lvl3pPr>
            <a:lvl4pPr marL="3207487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4pPr>
            <a:lvl5pPr marL="4276649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5pPr>
            <a:lvl6pPr marL="5345811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6pPr>
            <a:lvl7pPr marL="6414973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7pPr>
            <a:lvl8pPr marL="7484135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8pPr>
            <a:lvl9pPr marL="8553298" indent="0">
              <a:buNone/>
              <a:defRPr sz="3742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6AF5-6C55-5C4D-A485-C9BB7A807AF6}" type="datetimeFigureOut">
              <a:rPr lang="nb-NO" smtClean="0"/>
              <a:t>11.08.2026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20D52-75C9-9C4E-A9C8-5FEC4417795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48901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70124" y="8059374"/>
            <a:ext cx="9088041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825460" y="8059374"/>
            <a:ext cx="9088041" cy="192093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6AF5-6C55-5C4D-A485-C9BB7A807AF6}" type="datetimeFigureOut">
              <a:rPr lang="nb-NO" smtClean="0"/>
              <a:t>11.08.2026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20D52-75C9-9C4E-A9C8-5FEC4417795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1877898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1611882"/>
            <a:ext cx="18443377" cy="585180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2912" y="7421634"/>
            <a:ext cx="9046274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72912" y="11058863"/>
            <a:ext cx="9046274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0825461" y="7421634"/>
            <a:ext cx="9090826" cy="3637228"/>
          </a:xfrm>
        </p:spPr>
        <p:txBody>
          <a:bodyPr anchor="b"/>
          <a:lstStyle>
            <a:lvl1pPr marL="0" indent="0">
              <a:buNone/>
              <a:defRPr sz="5612" b="1"/>
            </a:lvl1pPr>
            <a:lvl2pPr marL="1069162" indent="0">
              <a:buNone/>
              <a:defRPr sz="4677" b="1"/>
            </a:lvl2pPr>
            <a:lvl3pPr marL="2138324" indent="0">
              <a:buNone/>
              <a:defRPr sz="4209" b="1"/>
            </a:lvl3pPr>
            <a:lvl4pPr marL="3207487" indent="0">
              <a:buNone/>
              <a:defRPr sz="3742" b="1"/>
            </a:lvl4pPr>
            <a:lvl5pPr marL="4276649" indent="0">
              <a:buNone/>
              <a:defRPr sz="3742" b="1"/>
            </a:lvl5pPr>
            <a:lvl6pPr marL="5345811" indent="0">
              <a:buNone/>
              <a:defRPr sz="3742" b="1"/>
            </a:lvl6pPr>
            <a:lvl7pPr marL="6414973" indent="0">
              <a:buNone/>
              <a:defRPr sz="3742" b="1"/>
            </a:lvl7pPr>
            <a:lvl8pPr marL="7484135" indent="0">
              <a:buNone/>
              <a:defRPr sz="3742" b="1"/>
            </a:lvl8pPr>
            <a:lvl9pPr marL="8553298" indent="0">
              <a:buNone/>
              <a:defRPr sz="3742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0825461" y="11058863"/>
            <a:ext cx="9090826" cy="162659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6AF5-6C55-5C4D-A485-C9BB7A807AF6}" type="datetimeFigureOut">
              <a:rPr lang="nb-NO" smtClean="0"/>
              <a:t>11.08.2026</a:t>
            </a:fld>
            <a:endParaRPr lang="nb-N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20D52-75C9-9C4E-A9C8-5FEC4417795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072149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6AF5-6C55-5C4D-A485-C9BB7A807AF6}" type="datetimeFigureOut">
              <a:rPr lang="nb-NO" smtClean="0"/>
              <a:t>11.08.2026</a:t>
            </a:fld>
            <a:endParaRPr lang="nb-N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20D52-75C9-9C4E-A9C8-5FEC4417795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1429608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6AF5-6C55-5C4D-A485-C9BB7A807AF6}" type="datetimeFigureOut">
              <a:rPr lang="nb-NO" smtClean="0"/>
              <a:t>11.08.2026</a:t>
            </a:fld>
            <a:endParaRPr lang="nb-N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20D52-75C9-9C4E-A9C8-5FEC4417795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097834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090826" y="4359077"/>
            <a:ext cx="10825460" cy="21515024"/>
          </a:xfrm>
        </p:spPr>
        <p:txBody>
          <a:bodyPr/>
          <a:lstStyle>
            <a:lvl1pPr>
              <a:defRPr sz="7483"/>
            </a:lvl1pPr>
            <a:lvl2pPr>
              <a:defRPr sz="6548"/>
            </a:lvl2pPr>
            <a:lvl3pPr>
              <a:defRPr sz="5612"/>
            </a:lvl3pPr>
            <a:lvl4pPr>
              <a:defRPr sz="4677"/>
            </a:lvl4pPr>
            <a:lvl5pPr>
              <a:defRPr sz="4677"/>
            </a:lvl5pPr>
            <a:lvl6pPr>
              <a:defRPr sz="4677"/>
            </a:lvl6pPr>
            <a:lvl7pPr>
              <a:defRPr sz="4677"/>
            </a:lvl7pPr>
            <a:lvl8pPr>
              <a:defRPr sz="4677"/>
            </a:lvl8pPr>
            <a:lvl9pPr>
              <a:defRPr sz="467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6AF5-6C55-5C4D-A485-C9BB7A807AF6}" type="datetimeFigureOut">
              <a:rPr lang="nb-NO" smtClean="0"/>
              <a:t>11.08.2026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20D52-75C9-9C4E-A9C8-5FEC4417795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738866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72909" y="2018348"/>
            <a:ext cx="6896776" cy="7064216"/>
          </a:xfrm>
        </p:spPr>
        <p:txBody>
          <a:bodyPr anchor="b"/>
          <a:lstStyle>
            <a:lvl1pPr>
              <a:defRPr sz="748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090826" y="4359077"/>
            <a:ext cx="10825460" cy="21515024"/>
          </a:xfrm>
        </p:spPr>
        <p:txBody>
          <a:bodyPr anchor="t"/>
          <a:lstStyle>
            <a:lvl1pPr marL="0" indent="0">
              <a:buNone/>
              <a:defRPr sz="7483"/>
            </a:lvl1pPr>
            <a:lvl2pPr marL="1069162" indent="0">
              <a:buNone/>
              <a:defRPr sz="6548"/>
            </a:lvl2pPr>
            <a:lvl3pPr marL="2138324" indent="0">
              <a:buNone/>
              <a:defRPr sz="5612"/>
            </a:lvl3pPr>
            <a:lvl4pPr marL="3207487" indent="0">
              <a:buNone/>
              <a:defRPr sz="4677"/>
            </a:lvl4pPr>
            <a:lvl5pPr marL="4276649" indent="0">
              <a:buNone/>
              <a:defRPr sz="4677"/>
            </a:lvl5pPr>
            <a:lvl6pPr marL="5345811" indent="0">
              <a:buNone/>
              <a:defRPr sz="4677"/>
            </a:lvl6pPr>
            <a:lvl7pPr marL="6414973" indent="0">
              <a:buNone/>
              <a:defRPr sz="4677"/>
            </a:lvl7pPr>
            <a:lvl8pPr marL="7484135" indent="0">
              <a:buNone/>
              <a:defRPr sz="4677"/>
            </a:lvl8pPr>
            <a:lvl9pPr marL="8553298" indent="0">
              <a:buNone/>
              <a:defRPr sz="4677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2909" y="9082564"/>
            <a:ext cx="6896776" cy="16826573"/>
          </a:xfrm>
        </p:spPr>
        <p:txBody>
          <a:bodyPr/>
          <a:lstStyle>
            <a:lvl1pPr marL="0" indent="0">
              <a:buNone/>
              <a:defRPr sz="3742"/>
            </a:lvl1pPr>
            <a:lvl2pPr marL="1069162" indent="0">
              <a:buNone/>
              <a:defRPr sz="3274"/>
            </a:lvl2pPr>
            <a:lvl3pPr marL="2138324" indent="0">
              <a:buNone/>
              <a:defRPr sz="2806"/>
            </a:lvl3pPr>
            <a:lvl4pPr marL="3207487" indent="0">
              <a:buNone/>
              <a:defRPr sz="2339"/>
            </a:lvl4pPr>
            <a:lvl5pPr marL="4276649" indent="0">
              <a:buNone/>
              <a:defRPr sz="2339"/>
            </a:lvl5pPr>
            <a:lvl6pPr marL="5345811" indent="0">
              <a:buNone/>
              <a:defRPr sz="2339"/>
            </a:lvl6pPr>
            <a:lvl7pPr marL="6414973" indent="0">
              <a:buNone/>
              <a:defRPr sz="2339"/>
            </a:lvl7pPr>
            <a:lvl8pPr marL="7484135" indent="0">
              <a:buNone/>
              <a:defRPr sz="2339"/>
            </a:lvl8pPr>
            <a:lvl9pPr marL="8553298" indent="0">
              <a:buNone/>
              <a:defRPr sz="2339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6AF5-6C55-5C4D-A485-C9BB7A807AF6}" type="datetimeFigureOut">
              <a:rPr lang="nb-NO" smtClean="0"/>
              <a:t>11.08.2026</a:t>
            </a:fld>
            <a:endParaRPr lang="nb-N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20D52-75C9-9C4E-A9C8-5FEC4417795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11387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6AF5-6C55-5C4D-A485-C9BB7A807AF6}" type="datetimeFigureOut">
              <a:rPr lang="nb-NO" smtClean="0"/>
              <a:t>11.08.2026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20D52-75C9-9C4E-A9C8-5FEC4417795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479965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5302658" y="1611875"/>
            <a:ext cx="4610844" cy="256568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70125" y="1611875"/>
            <a:ext cx="13565237" cy="256568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56AF5-6C55-5C4D-A485-C9BB7A807AF6}" type="datetimeFigureOut">
              <a:rPr lang="nb-NO" smtClean="0"/>
              <a:t>11.08.2026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C20D52-75C9-9C4E-A9C8-5FEC4417795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2955836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70124" y="1611882"/>
            <a:ext cx="18443377" cy="58518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70124" y="8059374"/>
            <a:ext cx="18443377" cy="192093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470124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856AF5-6C55-5C4D-A485-C9BB7A807AF6}" type="datetimeFigureOut">
              <a:rPr lang="nb-NO" smtClean="0"/>
              <a:t>11.08.2026</a:t>
            </a:fld>
            <a:endParaRPr lang="nb-N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083326" y="28060644"/>
            <a:ext cx="7216973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5102185" y="28060644"/>
            <a:ext cx="4811316" cy="16118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6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C20D52-75C9-9C4E-A9C8-5FEC44177956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253517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2138324" rtl="0" eaLnBrk="1" latinLnBrk="0" hangingPunct="1">
        <a:lnSpc>
          <a:spcPct val="90000"/>
        </a:lnSpc>
        <a:spcBef>
          <a:spcPct val="0"/>
        </a:spcBef>
        <a:buNone/>
        <a:defRPr sz="1028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34581" indent="-534581" algn="l" defTabSz="2138324" rtl="0" eaLnBrk="1" latinLnBrk="0" hangingPunct="1">
        <a:lnSpc>
          <a:spcPct val="90000"/>
        </a:lnSpc>
        <a:spcBef>
          <a:spcPts val="2339"/>
        </a:spcBef>
        <a:buFont typeface="Arial" panose="020B0604020202020204" pitchFamily="34" charset="0"/>
        <a:buChar char="•"/>
        <a:defRPr sz="6548" kern="1200">
          <a:solidFill>
            <a:schemeClr val="tx1"/>
          </a:solidFill>
          <a:latin typeface="+mn-lt"/>
          <a:ea typeface="+mn-ea"/>
          <a:cs typeface="+mn-cs"/>
        </a:defRPr>
      </a:lvl1pPr>
      <a:lvl2pPr marL="1603743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5612" kern="1200">
          <a:solidFill>
            <a:schemeClr val="tx1"/>
          </a:solidFill>
          <a:latin typeface="+mn-lt"/>
          <a:ea typeface="+mn-ea"/>
          <a:cs typeface="+mn-cs"/>
        </a:defRPr>
      </a:lvl2pPr>
      <a:lvl3pPr marL="2672906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742068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811230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880392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949554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8018717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9087879" indent="-534581" algn="l" defTabSz="2138324" rtl="0" eaLnBrk="1" latinLnBrk="0" hangingPunct="1">
        <a:lnSpc>
          <a:spcPct val="90000"/>
        </a:lnSpc>
        <a:spcBef>
          <a:spcPts val="1169"/>
        </a:spcBef>
        <a:buFont typeface="Arial" panose="020B0604020202020204" pitchFamily="34" charset="0"/>
        <a:buChar char="•"/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1pPr>
      <a:lvl2pPr marL="1069162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2pPr>
      <a:lvl3pPr marL="2138324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3pPr>
      <a:lvl4pPr marL="3207487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4pPr>
      <a:lvl5pPr marL="4276649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5pPr>
      <a:lvl6pPr marL="5345811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6pPr>
      <a:lvl7pPr marL="6414973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7pPr>
      <a:lvl8pPr marL="7484135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8pPr>
      <a:lvl9pPr marL="8553298" algn="l" defTabSz="2138324" rtl="0" eaLnBrk="1" latinLnBrk="0" hangingPunct="1">
        <a:defRPr sz="42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11" Type="http://schemas.openxmlformats.org/officeDocument/2006/relationships/image" Target="../media/image9.pn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: Rounded Corners 90">
            <a:extLst>
              <a:ext uri="{FF2B5EF4-FFF2-40B4-BE49-F238E27FC236}">
                <a16:creationId xmlns:a16="http://schemas.microsoft.com/office/drawing/2014/main" id="{D60A0F59-409F-AC3F-E607-B0BFE1046D52}"/>
              </a:ext>
            </a:extLst>
          </p:cNvPr>
          <p:cNvSpPr/>
          <p:nvPr/>
        </p:nvSpPr>
        <p:spPr>
          <a:xfrm>
            <a:off x="263468" y="17772525"/>
            <a:ext cx="7048254" cy="8317193"/>
          </a:xfrm>
          <a:prstGeom prst="roundRect">
            <a:avLst/>
          </a:prstGeom>
          <a:gradFill>
            <a:gsLst>
              <a:gs pos="0">
                <a:schemeClr val="accent2">
                  <a:lumMod val="110000"/>
                  <a:satMod val="105000"/>
                  <a:tint val="67000"/>
                </a:schemeClr>
              </a:gs>
              <a:gs pos="50000">
                <a:schemeClr val="accent2">
                  <a:lumMod val="105000"/>
                  <a:satMod val="103000"/>
                  <a:tint val="73000"/>
                </a:schemeClr>
              </a:gs>
              <a:gs pos="100000">
                <a:schemeClr val="accent2">
                  <a:lumMod val="105000"/>
                  <a:satMod val="109000"/>
                  <a:tint val="81000"/>
                </a:schemeClr>
              </a:gs>
            </a:gsLst>
            <a:lin ang="5400000" scaled="0"/>
          </a:gradFill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3" name="Rectangle: Rounded Corners 92">
            <a:extLst>
              <a:ext uri="{FF2B5EF4-FFF2-40B4-BE49-F238E27FC236}">
                <a16:creationId xmlns:a16="http://schemas.microsoft.com/office/drawing/2014/main" id="{8C2EA9C6-26CE-2402-2EC1-9331A6D8336B}"/>
              </a:ext>
            </a:extLst>
          </p:cNvPr>
          <p:cNvSpPr/>
          <p:nvPr/>
        </p:nvSpPr>
        <p:spPr>
          <a:xfrm>
            <a:off x="7320670" y="17607265"/>
            <a:ext cx="6918145" cy="8482452"/>
          </a:xfrm>
          <a:prstGeom prst="roundRect">
            <a:avLst/>
          </a:prstGeom>
          <a:solidFill>
            <a:srgbClr val="CC6600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EB34791-D0CA-E0CB-3D2E-C8EA9722E875}"/>
              </a:ext>
            </a:extLst>
          </p:cNvPr>
          <p:cNvSpPr/>
          <p:nvPr/>
        </p:nvSpPr>
        <p:spPr>
          <a:xfrm>
            <a:off x="0" y="0"/>
            <a:ext cx="21383625" cy="36210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8E297BD-08E4-0485-D698-28A7FE8526F9}"/>
              </a:ext>
            </a:extLst>
          </p:cNvPr>
          <p:cNvSpPr/>
          <p:nvPr/>
        </p:nvSpPr>
        <p:spPr>
          <a:xfrm>
            <a:off x="2602420" y="295910"/>
            <a:ext cx="14935200" cy="2705100"/>
          </a:xfrm>
          <a:prstGeom prst="round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5600" b="1" dirty="0"/>
              <a:t>Applying Gibbs Minimization to Reactions</a:t>
            </a:r>
            <a:br>
              <a:rPr lang="en-GB" sz="5600" b="1" dirty="0"/>
            </a:br>
            <a:r>
              <a:rPr lang="en-GB" sz="5600" b="1" dirty="0"/>
              <a:t>Between Impurities in CO</a:t>
            </a:r>
            <a:r>
              <a:rPr lang="en-GB" sz="3200" b="1" dirty="0"/>
              <a:t>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BBFC8B4-A28C-9780-F064-8A10AAC713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" t="6016" r="50759" b="12230"/>
          <a:stretch>
            <a:fillRect/>
          </a:stretch>
        </p:blipFill>
        <p:spPr>
          <a:xfrm>
            <a:off x="17112338" y="119392"/>
            <a:ext cx="4271287" cy="161747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D6048958-F27B-6D3E-2AE9-7622089AF5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18943" y="1789833"/>
            <a:ext cx="1883358" cy="1617472"/>
          </a:xfrm>
          <a:prstGeom prst="rect">
            <a:avLst/>
          </a:prstGeom>
        </p:spPr>
      </p:pic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3CEC5BE-D428-1648-81EC-30245C2AAEE5}"/>
              </a:ext>
            </a:extLst>
          </p:cNvPr>
          <p:cNvSpPr/>
          <p:nvPr/>
        </p:nvSpPr>
        <p:spPr>
          <a:xfrm>
            <a:off x="0" y="3616726"/>
            <a:ext cx="21383625" cy="1276963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4800" b="1" dirty="0"/>
              <a:t>Introduction and Objectives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9194093-B952-5D4D-C7FA-F82BC9052EFD}"/>
              </a:ext>
            </a:extLst>
          </p:cNvPr>
          <p:cNvSpPr/>
          <p:nvPr/>
        </p:nvSpPr>
        <p:spPr>
          <a:xfrm>
            <a:off x="495300" y="10310346"/>
            <a:ext cx="10196512" cy="13335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4800" b="1" dirty="0"/>
              <a:t>Experiment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CB0391D6-D7B7-C565-0779-F3B96F9AD232}"/>
              </a:ext>
            </a:extLst>
          </p:cNvPr>
          <p:cNvSpPr/>
          <p:nvPr/>
        </p:nvSpPr>
        <p:spPr>
          <a:xfrm>
            <a:off x="285914" y="17004856"/>
            <a:ext cx="13749144" cy="82775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4800" b="1" dirty="0"/>
              <a:t>Results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3709783-78DE-41F5-3BF6-FF4395B6600F}"/>
              </a:ext>
            </a:extLst>
          </p:cNvPr>
          <p:cNvSpPr/>
          <p:nvPr/>
        </p:nvSpPr>
        <p:spPr>
          <a:xfrm>
            <a:off x="165012" y="26222276"/>
            <a:ext cx="10482264" cy="102522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4800" b="1" dirty="0"/>
              <a:t>Conclusion</a:t>
            </a: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4518773E-4939-A74C-1946-CE06E76014B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6162" y="11712347"/>
            <a:ext cx="5722468" cy="4971394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C6A535F8-3C5D-DBD7-3915-FC93B68B175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3166" y="11883767"/>
            <a:ext cx="4568646" cy="1611639"/>
          </a:xfrm>
          <a:prstGeom prst="rect">
            <a:avLst/>
          </a:prstGeom>
        </p:spPr>
      </p:pic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621C9A3D-D810-A7E7-1DFC-19AAE738D854}"/>
              </a:ext>
            </a:extLst>
          </p:cNvPr>
          <p:cNvSpPr/>
          <p:nvPr/>
        </p:nvSpPr>
        <p:spPr>
          <a:xfrm>
            <a:off x="10879816" y="10282522"/>
            <a:ext cx="10196512" cy="133350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4800" b="1" dirty="0"/>
              <a:t>Methods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A80266FC-C78D-E04E-05A2-FC1384F963BF}"/>
              </a:ext>
            </a:extLst>
          </p:cNvPr>
          <p:cNvSpPr/>
          <p:nvPr/>
        </p:nvSpPr>
        <p:spPr>
          <a:xfrm>
            <a:off x="10765496" y="26222276"/>
            <a:ext cx="10482264" cy="102522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4800" b="1" dirty="0"/>
              <a:t>References</a:t>
            </a:r>
          </a:p>
        </p:txBody>
      </p:sp>
      <p:sp>
        <p:nvSpPr>
          <p:cNvPr id="33" name="Rectangle: Rounded Corners 32">
            <a:extLst>
              <a:ext uri="{FF2B5EF4-FFF2-40B4-BE49-F238E27FC236}">
                <a16:creationId xmlns:a16="http://schemas.microsoft.com/office/drawing/2014/main" id="{42B26FAA-6829-0D67-2557-4309C65DB636}"/>
              </a:ext>
            </a:extLst>
          </p:cNvPr>
          <p:cNvSpPr/>
          <p:nvPr/>
        </p:nvSpPr>
        <p:spPr>
          <a:xfrm>
            <a:off x="7677773" y="17977672"/>
            <a:ext cx="6404086" cy="39115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dirty="0"/>
              <a:t>Experiment 2</a:t>
            </a:r>
          </a:p>
        </p:txBody>
      </p:sp>
      <p:pic>
        <p:nvPicPr>
          <p:cNvPr id="140" name="Picture 139">
            <a:extLst>
              <a:ext uri="{FF2B5EF4-FFF2-40B4-BE49-F238E27FC236}">
                <a16:creationId xmlns:a16="http://schemas.microsoft.com/office/drawing/2014/main" id="{4EA45851-1BED-FD17-6F5A-24F915052C3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6196" y="18501382"/>
            <a:ext cx="6947971" cy="1697308"/>
          </a:xfrm>
          <a:prstGeom prst="rect">
            <a:avLst/>
          </a:prstGeom>
        </p:spPr>
      </p:pic>
      <p:pic>
        <p:nvPicPr>
          <p:cNvPr id="142" name="Picture 141">
            <a:extLst>
              <a:ext uri="{FF2B5EF4-FFF2-40B4-BE49-F238E27FC236}">
                <a16:creationId xmlns:a16="http://schemas.microsoft.com/office/drawing/2014/main" id="{A4E0B00B-7573-E070-2048-2CEC9C35DA4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20670" y="20198690"/>
            <a:ext cx="6943498" cy="1755254"/>
          </a:xfrm>
          <a:prstGeom prst="rect">
            <a:avLst/>
          </a:prstGeom>
        </p:spPr>
      </p:pic>
      <p:sp>
        <p:nvSpPr>
          <p:cNvPr id="144" name="Rectangle: Rounded Corners 143">
            <a:extLst>
              <a:ext uri="{FF2B5EF4-FFF2-40B4-BE49-F238E27FC236}">
                <a16:creationId xmlns:a16="http://schemas.microsoft.com/office/drawing/2014/main" id="{E9E11774-1B64-36C1-A4D0-3263D8080D68}"/>
              </a:ext>
            </a:extLst>
          </p:cNvPr>
          <p:cNvSpPr/>
          <p:nvPr/>
        </p:nvSpPr>
        <p:spPr>
          <a:xfrm>
            <a:off x="7502222" y="22111034"/>
            <a:ext cx="3668398" cy="26699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Conditions</a:t>
            </a:r>
          </a:p>
        </p:txBody>
      </p:sp>
      <p:sp>
        <p:nvSpPr>
          <p:cNvPr id="146" name="Rectangle: Rounded Corners 145">
            <a:extLst>
              <a:ext uri="{FF2B5EF4-FFF2-40B4-BE49-F238E27FC236}">
                <a16:creationId xmlns:a16="http://schemas.microsoft.com/office/drawing/2014/main" id="{9A880CB8-5E31-1FA8-578D-E3B8A3EA91F2}"/>
              </a:ext>
            </a:extLst>
          </p:cNvPr>
          <p:cNvSpPr/>
          <p:nvPr/>
        </p:nvSpPr>
        <p:spPr>
          <a:xfrm>
            <a:off x="7502222" y="22414619"/>
            <a:ext cx="1825214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P: 99 bar</a:t>
            </a:r>
          </a:p>
        </p:txBody>
      </p:sp>
      <p:sp>
        <p:nvSpPr>
          <p:cNvPr id="148" name="Rectangle: Rounded Corners 147">
            <a:extLst>
              <a:ext uri="{FF2B5EF4-FFF2-40B4-BE49-F238E27FC236}">
                <a16:creationId xmlns:a16="http://schemas.microsoft.com/office/drawing/2014/main" id="{861B4A7D-7A71-8D9F-6D3D-28FF2DF3219D}"/>
              </a:ext>
            </a:extLst>
          </p:cNvPr>
          <p:cNvSpPr/>
          <p:nvPr/>
        </p:nvSpPr>
        <p:spPr>
          <a:xfrm>
            <a:off x="9345406" y="22414618"/>
            <a:ext cx="1825214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T: 25 C</a:t>
            </a:r>
          </a:p>
        </p:txBody>
      </p:sp>
      <p:sp>
        <p:nvSpPr>
          <p:cNvPr id="150" name="Rectangle: Rounded Corners 149">
            <a:extLst>
              <a:ext uri="{FF2B5EF4-FFF2-40B4-BE49-F238E27FC236}">
                <a16:creationId xmlns:a16="http://schemas.microsoft.com/office/drawing/2014/main" id="{AD2AE35D-1D71-F71D-7105-F2A337B24172}"/>
              </a:ext>
            </a:extLst>
          </p:cNvPr>
          <p:cNvSpPr/>
          <p:nvPr/>
        </p:nvSpPr>
        <p:spPr>
          <a:xfrm>
            <a:off x="7727271" y="23121152"/>
            <a:ext cx="1816229" cy="38286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Component</a:t>
            </a:r>
            <a:endParaRPr lang="en-GB" sz="2400" dirty="0"/>
          </a:p>
        </p:txBody>
      </p:sp>
      <p:sp>
        <p:nvSpPr>
          <p:cNvPr id="156" name="Rectangle: Rounded Corners 155">
            <a:extLst>
              <a:ext uri="{FF2B5EF4-FFF2-40B4-BE49-F238E27FC236}">
                <a16:creationId xmlns:a16="http://schemas.microsoft.com/office/drawing/2014/main" id="{2BA8401B-5690-B4D3-8605-1FEE490DF11D}"/>
              </a:ext>
            </a:extLst>
          </p:cNvPr>
          <p:cNvSpPr/>
          <p:nvPr/>
        </p:nvSpPr>
        <p:spPr>
          <a:xfrm>
            <a:off x="9612076" y="23133362"/>
            <a:ext cx="1268464" cy="35884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Input</a:t>
            </a:r>
            <a:endParaRPr lang="en-GB" sz="2400" dirty="0"/>
          </a:p>
        </p:txBody>
      </p:sp>
      <p:sp>
        <p:nvSpPr>
          <p:cNvPr id="161" name="Rectangle: Rounded Corners 160">
            <a:extLst>
              <a:ext uri="{FF2B5EF4-FFF2-40B4-BE49-F238E27FC236}">
                <a16:creationId xmlns:a16="http://schemas.microsoft.com/office/drawing/2014/main" id="{D7D6A4BF-8445-AD09-6BF4-A5AC86546DED}"/>
              </a:ext>
            </a:extLst>
          </p:cNvPr>
          <p:cNvSpPr/>
          <p:nvPr/>
        </p:nvSpPr>
        <p:spPr>
          <a:xfrm>
            <a:off x="11018235" y="23117757"/>
            <a:ext cx="1268464" cy="34521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Output</a:t>
            </a:r>
            <a:endParaRPr lang="en-GB" sz="2400" dirty="0"/>
          </a:p>
        </p:txBody>
      </p:sp>
      <p:sp>
        <p:nvSpPr>
          <p:cNvPr id="163" name="Rectangle: Rounded Corners 162">
            <a:extLst>
              <a:ext uri="{FF2B5EF4-FFF2-40B4-BE49-F238E27FC236}">
                <a16:creationId xmlns:a16="http://schemas.microsoft.com/office/drawing/2014/main" id="{4AAF669C-8688-9AC7-C4E1-6B3D07B34EA2}"/>
              </a:ext>
            </a:extLst>
          </p:cNvPr>
          <p:cNvSpPr/>
          <p:nvPr/>
        </p:nvSpPr>
        <p:spPr>
          <a:xfrm>
            <a:off x="12394687" y="23133159"/>
            <a:ext cx="1611553" cy="35884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Output</a:t>
            </a:r>
            <a:endParaRPr lang="en-GB" sz="2400" dirty="0"/>
          </a:p>
        </p:txBody>
      </p:sp>
      <p:sp>
        <p:nvSpPr>
          <p:cNvPr id="165" name="Rectangle: Rounded Corners 164">
            <a:extLst>
              <a:ext uri="{FF2B5EF4-FFF2-40B4-BE49-F238E27FC236}">
                <a16:creationId xmlns:a16="http://schemas.microsoft.com/office/drawing/2014/main" id="{EA527779-C622-148B-1770-A9BDC20F94C7}"/>
              </a:ext>
            </a:extLst>
          </p:cNvPr>
          <p:cNvSpPr/>
          <p:nvPr/>
        </p:nvSpPr>
        <p:spPr>
          <a:xfrm>
            <a:off x="8042609" y="23587876"/>
            <a:ext cx="1185555" cy="23458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H</a:t>
            </a:r>
            <a:r>
              <a:rPr lang="nb-NO" dirty="0"/>
              <a:t>2</a:t>
            </a:r>
            <a:r>
              <a:rPr lang="nb-NO" sz="2400" dirty="0"/>
              <a:t>S</a:t>
            </a:r>
            <a:endParaRPr lang="en-GB" sz="2400" dirty="0"/>
          </a:p>
        </p:txBody>
      </p:sp>
      <p:sp>
        <p:nvSpPr>
          <p:cNvPr id="167" name="Rectangle: Rounded Corners 166">
            <a:extLst>
              <a:ext uri="{FF2B5EF4-FFF2-40B4-BE49-F238E27FC236}">
                <a16:creationId xmlns:a16="http://schemas.microsoft.com/office/drawing/2014/main" id="{9555900D-392C-2826-17D5-D043ABAE14AF}"/>
              </a:ext>
            </a:extLst>
          </p:cNvPr>
          <p:cNvSpPr/>
          <p:nvPr/>
        </p:nvSpPr>
        <p:spPr>
          <a:xfrm>
            <a:off x="8042609" y="23852205"/>
            <a:ext cx="1185555" cy="23458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SO</a:t>
            </a:r>
            <a:r>
              <a:rPr lang="nb-NO" dirty="0"/>
              <a:t>2</a:t>
            </a:r>
            <a:endParaRPr lang="en-GB" sz="2400" dirty="0"/>
          </a:p>
        </p:txBody>
      </p:sp>
      <p:sp>
        <p:nvSpPr>
          <p:cNvPr id="169" name="Rectangle: Rounded Corners 168">
            <a:extLst>
              <a:ext uri="{FF2B5EF4-FFF2-40B4-BE49-F238E27FC236}">
                <a16:creationId xmlns:a16="http://schemas.microsoft.com/office/drawing/2014/main" id="{AE96DB87-86A0-F17F-61BB-EA1485F2B008}"/>
              </a:ext>
            </a:extLst>
          </p:cNvPr>
          <p:cNvSpPr/>
          <p:nvPr/>
        </p:nvSpPr>
        <p:spPr>
          <a:xfrm>
            <a:off x="8042609" y="24103980"/>
            <a:ext cx="1185555" cy="23458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O</a:t>
            </a:r>
            <a:r>
              <a:rPr lang="nb-NO" dirty="0"/>
              <a:t>2</a:t>
            </a:r>
            <a:endParaRPr lang="en-GB" sz="2400" dirty="0"/>
          </a:p>
        </p:txBody>
      </p:sp>
      <p:sp>
        <p:nvSpPr>
          <p:cNvPr id="171" name="Rectangle: Rounded Corners 170">
            <a:extLst>
              <a:ext uri="{FF2B5EF4-FFF2-40B4-BE49-F238E27FC236}">
                <a16:creationId xmlns:a16="http://schemas.microsoft.com/office/drawing/2014/main" id="{B4DFE2BE-FAB5-D83D-BFAE-515F51895E52}"/>
              </a:ext>
            </a:extLst>
          </p:cNvPr>
          <p:cNvSpPr/>
          <p:nvPr/>
        </p:nvSpPr>
        <p:spPr>
          <a:xfrm>
            <a:off x="8042609" y="24355755"/>
            <a:ext cx="1185555" cy="23458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H</a:t>
            </a:r>
            <a:r>
              <a:rPr lang="nb-NO" dirty="0"/>
              <a:t>2</a:t>
            </a:r>
            <a:r>
              <a:rPr lang="nb-NO" sz="2400" dirty="0"/>
              <a:t>O</a:t>
            </a:r>
            <a:endParaRPr lang="en-GB" sz="2400" dirty="0"/>
          </a:p>
        </p:txBody>
      </p:sp>
      <p:sp>
        <p:nvSpPr>
          <p:cNvPr id="173" name="Rectangle: Rounded Corners 172">
            <a:extLst>
              <a:ext uri="{FF2B5EF4-FFF2-40B4-BE49-F238E27FC236}">
                <a16:creationId xmlns:a16="http://schemas.microsoft.com/office/drawing/2014/main" id="{8F849855-8D5B-4479-C436-0917DB14E377}"/>
              </a:ext>
            </a:extLst>
          </p:cNvPr>
          <p:cNvSpPr/>
          <p:nvPr/>
        </p:nvSpPr>
        <p:spPr>
          <a:xfrm>
            <a:off x="8042609" y="24614198"/>
            <a:ext cx="1185555" cy="23458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NO</a:t>
            </a:r>
            <a:r>
              <a:rPr lang="nb-NO" dirty="0"/>
              <a:t>2</a:t>
            </a:r>
            <a:endParaRPr lang="en-GB" dirty="0"/>
          </a:p>
        </p:txBody>
      </p:sp>
      <p:sp>
        <p:nvSpPr>
          <p:cNvPr id="175" name="Rectangle: Rounded Corners 174">
            <a:extLst>
              <a:ext uri="{FF2B5EF4-FFF2-40B4-BE49-F238E27FC236}">
                <a16:creationId xmlns:a16="http://schemas.microsoft.com/office/drawing/2014/main" id="{9AF097D0-ECD6-10AC-EC14-272EFEEC267B}"/>
              </a:ext>
            </a:extLst>
          </p:cNvPr>
          <p:cNvSpPr/>
          <p:nvPr/>
        </p:nvSpPr>
        <p:spPr>
          <a:xfrm>
            <a:off x="8042609" y="24887669"/>
            <a:ext cx="1185555" cy="23458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NO</a:t>
            </a:r>
            <a:endParaRPr lang="en-GB" sz="2400" dirty="0"/>
          </a:p>
        </p:txBody>
      </p:sp>
      <p:sp>
        <p:nvSpPr>
          <p:cNvPr id="177" name="Rectangle: Rounded Corners 176">
            <a:extLst>
              <a:ext uri="{FF2B5EF4-FFF2-40B4-BE49-F238E27FC236}">
                <a16:creationId xmlns:a16="http://schemas.microsoft.com/office/drawing/2014/main" id="{9CD6C39E-11DD-19D6-51E7-5C8227DA4D8E}"/>
              </a:ext>
            </a:extLst>
          </p:cNvPr>
          <p:cNvSpPr/>
          <p:nvPr/>
        </p:nvSpPr>
        <p:spPr>
          <a:xfrm>
            <a:off x="8042609" y="25127590"/>
            <a:ext cx="1185555" cy="23458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H</a:t>
            </a:r>
            <a:r>
              <a:rPr lang="nb-NO" dirty="0"/>
              <a:t>2</a:t>
            </a:r>
            <a:r>
              <a:rPr lang="nb-NO" sz="2400" dirty="0"/>
              <a:t>SO</a:t>
            </a:r>
            <a:r>
              <a:rPr lang="nb-NO" dirty="0"/>
              <a:t>4</a:t>
            </a:r>
            <a:endParaRPr lang="en-GB" dirty="0"/>
          </a:p>
        </p:txBody>
      </p:sp>
      <p:sp>
        <p:nvSpPr>
          <p:cNvPr id="181" name="Rectangle: Rounded Corners 180">
            <a:extLst>
              <a:ext uri="{FF2B5EF4-FFF2-40B4-BE49-F238E27FC236}">
                <a16:creationId xmlns:a16="http://schemas.microsoft.com/office/drawing/2014/main" id="{9E232918-E768-D2EB-3DE7-937E5DBC303B}"/>
              </a:ext>
            </a:extLst>
          </p:cNvPr>
          <p:cNvSpPr/>
          <p:nvPr/>
        </p:nvSpPr>
        <p:spPr>
          <a:xfrm>
            <a:off x="9840991" y="23548994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36</a:t>
            </a:r>
            <a:endParaRPr lang="en-GB" sz="2400" dirty="0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8BF13AF8-22D6-E45E-8792-F27479DD82D1}"/>
              </a:ext>
            </a:extLst>
          </p:cNvPr>
          <p:cNvSpPr/>
          <p:nvPr/>
        </p:nvSpPr>
        <p:spPr>
          <a:xfrm>
            <a:off x="9840991" y="23813323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32</a:t>
            </a:r>
          </a:p>
        </p:txBody>
      </p:sp>
      <p:sp>
        <p:nvSpPr>
          <p:cNvPr id="185" name="Rectangle: Rounded Corners 184">
            <a:extLst>
              <a:ext uri="{FF2B5EF4-FFF2-40B4-BE49-F238E27FC236}">
                <a16:creationId xmlns:a16="http://schemas.microsoft.com/office/drawing/2014/main" id="{00B5B017-1025-262A-AD3F-3058EF2DC80A}"/>
              </a:ext>
            </a:extLst>
          </p:cNvPr>
          <p:cNvSpPr/>
          <p:nvPr/>
        </p:nvSpPr>
        <p:spPr>
          <a:xfrm>
            <a:off x="9840991" y="24065098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90</a:t>
            </a:r>
            <a:endParaRPr lang="en-GB" sz="2400" dirty="0"/>
          </a:p>
        </p:txBody>
      </p:sp>
      <p:sp>
        <p:nvSpPr>
          <p:cNvPr id="187" name="Rectangle: Rounded Corners 186">
            <a:extLst>
              <a:ext uri="{FF2B5EF4-FFF2-40B4-BE49-F238E27FC236}">
                <a16:creationId xmlns:a16="http://schemas.microsoft.com/office/drawing/2014/main" id="{6718D618-9697-3EF1-3F43-D848FADE1897}"/>
              </a:ext>
            </a:extLst>
          </p:cNvPr>
          <p:cNvSpPr/>
          <p:nvPr/>
        </p:nvSpPr>
        <p:spPr>
          <a:xfrm>
            <a:off x="9840991" y="24316873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20</a:t>
            </a:r>
            <a:endParaRPr lang="en-GB" sz="2400" dirty="0"/>
          </a:p>
        </p:txBody>
      </p:sp>
      <p:sp>
        <p:nvSpPr>
          <p:cNvPr id="189" name="Rectangle: Rounded Corners 188">
            <a:extLst>
              <a:ext uri="{FF2B5EF4-FFF2-40B4-BE49-F238E27FC236}">
                <a16:creationId xmlns:a16="http://schemas.microsoft.com/office/drawing/2014/main" id="{784F569D-A893-CA61-1F4D-CD8E4B921958}"/>
              </a:ext>
            </a:extLst>
          </p:cNvPr>
          <p:cNvSpPr/>
          <p:nvPr/>
        </p:nvSpPr>
        <p:spPr>
          <a:xfrm>
            <a:off x="9840991" y="24575316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31</a:t>
            </a:r>
            <a:endParaRPr lang="en-GB" dirty="0"/>
          </a:p>
        </p:txBody>
      </p:sp>
      <p:sp>
        <p:nvSpPr>
          <p:cNvPr id="191" name="Rectangle: Rounded Corners 190">
            <a:extLst>
              <a:ext uri="{FF2B5EF4-FFF2-40B4-BE49-F238E27FC236}">
                <a16:creationId xmlns:a16="http://schemas.microsoft.com/office/drawing/2014/main" id="{32A178E1-7B46-A4D7-6EA2-0064EC7688BC}"/>
              </a:ext>
            </a:extLst>
          </p:cNvPr>
          <p:cNvSpPr/>
          <p:nvPr/>
        </p:nvSpPr>
        <p:spPr>
          <a:xfrm>
            <a:off x="9840991" y="24848787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-</a:t>
            </a:r>
            <a:endParaRPr lang="en-GB" sz="2400" dirty="0"/>
          </a:p>
        </p:txBody>
      </p:sp>
      <p:sp>
        <p:nvSpPr>
          <p:cNvPr id="193" name="Rectangle: Rounded Corners 192">
            <a:extLst>
              <a:ext uri="{FF2B5EF4-FFF2-40B4-BE49-F238E27FC236}">
                <a16:creationId xmlns:a16="http://schemas.microsoft.com/office/drawing/2014/main" id="{1A2C5346-8818-BD2B-8081-30BCED4D69CF}"/>
              </a:ext>
            </a:extLst>
          </p:cNvPr>
          <p:cNvSpPr/>
          <p:nvPr/>
        </p:nvSpPr>
        <p:spPr>
          <a:xfrm>
            <a:off x="9840991" y="25088708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195" name="Rectangle: Rounded Corners 194">
            <a:extLst>
              <a:ext uri="{FF2B5EF4-FFF2-40B4-BE49-F238E27FC236}">
                <a16:creationId xmlns:a16="http://schemas.microsoft.com/office/drawing/2014/main" id="{1F40447E-8679-A74E-A4C9-6CC8EF3BD0D8}"/>
              </a:ext>
            </a:extLst>
          </p:cNvPr>
          <p:cNvSpPr/>
          <p:nvPr/>
        </p:nvSpPr>
        <p:spPr>
          <a:xfrm>
            <a:off x="9840991" y="25340483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-</a:t>
            </a:r>
            <a:endParaRPr lang="en-GB" sz="2400" dirty="0"/>
          </a:p>
        </p:txBody>
      </p:sp>
      <p:sp>
        <p:nvSpPr>
          <p:cNvPr id="213" name="Rectangle: Rounded Corners 212">
            <a:extLst>
              <a:ext uri="{FF2B5EF4-FFF2-40B4-BE49-F238E27FC236}">
                <a16:creationId xmlns:a16="http://schemas.microsoft.com/office/drawing/2014/main" id="{BB24E07B-4A35-888C-A981-3393DDF4B97F}"/>
              </a:ext>
            </a:extLst>
          </p:cNvPr>
          <p:cNvSpPr/>
          <p:nvPr/>
        </p:nvSpPr>
        <p:spPr>
          <a:xfrm>
            <a:off x="11226198" y="23517694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0</a:t>
            </a:r>
            <a:endParaRPr lang="en-GB" sz="2400" dirty="0"/>
          </a:p>
        </p:txBody>
      </p:sp>
      <p:sp>
        <p:nvSpPr>
          <p:cNvPr id="215" name="Rectangle: Rounded Corners 214">
            <a:extLst>
              <a:ext uri="{FF2B5EF4-FFF2-40B4-BE49-F238E27FC236}">
                <a16:creationId xmlns:a16="http://schemas.microsoft.com/office/drawing/2014/main" id="{F86A52C4-2226-6418-6F64-95ADAE400003}"/>
              </a:ext>
            </a:extLst>
          </p:cNvPr>
          <p:cNvSpPr/>
          <p:nvPr/>
        </p:nvSpPr>
        <p:spPr>
          <a:xfrm>
            <a:off x="11226198" y="23782023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25</a:t>
            </a:r>
          </a:p>
        </p:txBody>
      </p:sp>
      <p:sp>
        <p:nvSpPr>
          <p:cNvPr id="217" name="Rectangle: Rounded Corners 216">
            <a:extLst>
              <a:ext uri="{FF2B5EF4-FFF2-40B4-BE49-F238E27FC236}">
                <a16:creationId xmlns:a16="http://schemas.microsoft.com/office/drawing/2014/main" id="{11AD2467-F518-CF05-50C2-F63C4CEC8682}"/>
              </a:ext>
            </a:extLst>
          </p:cNvPr>
          <p:cNvSpPr/>
          <p:nvPr/>
        </p:nvSpPr>
        <p:spPr>
          <a:xfrm>
            <a:off x="11226198" y="24033798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15</a:t>
            </a:r>
            <a:endParaRPr lang="en-GB" sz="2400" dirty="0"/>
          </a:p>
        </p:txBody>
      </p:sp>
      <p:sp>
        <p:nvSpPr>
          <p:cNvPr id="219" name="Rectangle: Rounded Corners 218">
            <a:extLst>
              <a:ext uri="{FF2B5EF4-FFF2-40B4-BE49-F238E27FC236}">
                <a16:creationId xmlns:a16="http://schemas.microsoft.com/office/drawing/2014/main" id="{C33CADD8-1A69-843A-2A47-2E84006E0476}"/>
              </a:ext>
            </a:extLst>
          </p:cNvPr>
          <p:cNvSpPr/>
          <p:nvPr/>
        </p:nvSpPr>
        <p:spPr>
          <a:xfrm>
            <a:off x="11226198" y="24285573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28</a:t>
            </a:r>
            <a:endParaRPr lang="en-GB" sz="2400" dirty="0"/>
          </a:p>
        </p:txBody>
      </p:sp>
      <p:sp>
        <p:nvSpPr>
          <p:cNvPr id="221" name="Rectangle: Rounded Corners 220">
            <a:extLst>
              <a:ext uri="{FF2B5EF4-FFF2-40B4-BE49-F238E27FC236}">
                <a16:creationId xmlns:a16="http://schemas.microsoft.com/office/drawing/2014/main" id="{102C9A37-26E6-7163-B3AB-601B76BD40F1}"/>
              </a:ext>
            </a:extLst>
          </p:cNvPr>
          <p:cNvSpPr/>
          <p:nvPr/>
        </p:nvSpPr>
        <p:spPr>
          <a:xfrm>
            <a:off x="11226198" y="24544016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4</a:t>
            </a:r>
            <a:endParaRPr lang="en-GB" dirty="0"/>
          </a:p>
        </p:txBody>
      </p:sp>
      <p:sp>
        <p:nvSpPr>
          <p:cNvPr id="223" name="Rectangle: Rounded Corners 222">
            <a:extLst>
              <a:ext uri="{FF2B5EF4-FFF2-40B4-BE49-F238E27FC236}">
                <a16:creationId xmlns:a16="http://schemas.microsoft.com/office/drawing/2014/main" id="{FC1F1D94-C9C4-4C43-A6A3-3433211541FE}"/>
              </a:ext>
            </a:extLst>
          </p:cNvPr>
          <p:cNvSpPr/>
          <p:nvPr/>
        </p:nvSpPr>
        <p:spPr>
          <a:xfrm>
            <a:off x="11226198" y="24817487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1</a:t>
            </a:r>
            <a:endParaRPr lang="en-GB" sz="2400" dirty="0"/>
          </a:p>
        </p:txBody>
      </p:sp>
      <p:sp>
        <p:nvSpPr>
          <p:cNvPr id="225" name="Rectangle: Rounded Corners 224">
            <a:extLst>
              <a:ext uri="{FF2B5EF4-FFF2-40B4-BE49-F238E27FC236}">
                <a16:creationId xmlns:a16="http://schemas.microsoft.com/office/drawing/2014/main" id="{1D2EA9D0-52AD-1C37-96A1-AF0CC515261F}"/>
              </a:ext>
            </a:extLst>
          </p:cNvPr>
          <p:cNvSpPr/>
          <p:nvPr/>
        </p:nvSpPr>
        <p:spPr>
          <a:xfrm>
            <a:off x="11226198" y="25057408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-*</a:t>
            </a:r>
          </a:p>
        </p:txBody>
      </p:sp>
      <p:sp>
        <p:nvSpPr>
          <p:cNvPr id="227" name="Rectangle: Rounded Corners 226">
            <a:extLst>
              <a:ext uri="{FF2B5EF4-FFF2-40B4-BE49-F238E27FC236}">
                <a16:creationId xmlns:a16="http://schemas.microsoft.com/office/drawing/2014/main" id="{1CA202A1-C165-ED23-FBDE-83FEC596F0C8}"/>
              </a:ext>
            </a:extLst>
          </p:cNvPr>
          <p:cNvSpPr/>
          <p:nvPr/>
        </p:nvSpPr>
        <p:spPr>
          <a:xfrm>
            <a:off x="11226198" y="25309183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-*</a:t>
            </a:r>
            <a:endParaRPr lang="en-GB" sz="2400" dirty="0"/>
          </a:p>
        </p:txBody>
      </p:sp>
      <p:sp>
        <p:nvSpPr>
          <p:cNvPr id="229" name="Rectangle: Rounded Corners 228">
            <a:extLst>
              <a:ext uri="{FF2B5EF4-FFF2-40B4-BE49-F238E27FC236}">
                <a16:creationId xmlns:a16="http://schemas.microsoft.com/office/drawing/2014/main" id="{6E68BBB8-D9B8-50AF-C9F2-4639375F89F6}"/>
              </a:ext>
            </a:extLst>
          </p:cNvPr>
          <p:cNvSpPr/>
          <p:nvPr/>
        </p:nvSpPr>
        <p:spPr>
          <a:xfrm>
            <a:off x="12753424" y="23517957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0</a:t>
            </a:r>
            <a:endParaRPr lang="en-GB" sz="2400" dirty="0"/>
          </a:p>
        </p:txBody>
      </p:sp>
      <p:sp>
        <p:nvSpPr>
          <p:cNvPr id="231" name="Rectangle: Rounded Corners 230">
            <a:extLst>
              <a:ext uri="{FF2B5EF4-FFF2-40B4-BE49-F238E27FC236}">
                <a16:creationId xmlns:a16="http://schemas.microsoft.com/office/drawing/2014/main" id="{1E948E63-913A-49D8-50CE-37705589AC6D}"/>
              </a:ext>
            </a:extLst>
          </p:cNvPr>
          <p:cNvSpPr/>
          <p:nvPr/>
        </p:nvSpPr>
        <p:spPr>
          <a:xfrm>
            <a:off x="12753424" y="23782286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0</a:t>
            </a:r>
          </a:p>
        </p:txBody>
      </p:sp>
      <p:sp>
        <p:nvSpPr>
          <p:cNvPr id="233" name="Rectangle: Rounded Corners 232">
            <a:extLst>
              <a:ext uri="{FF2B5EF4-FFF2-40B4-BE49-F238E27FC236}">
                <a16:creationId xmlns:a16="http://schemas.microsoft.com/office/drawing/2014/main" id="{0FEED867-FE9F-9AF8-30F2-2F9527A9C41B}"/>
              </a:ext>
            </a:extLst>
          </p:cNvPr>
          <p:cNvSpPr/>
          <p:nvPr/>
        </p:nvSpPr>
        <p:spPr>
          <a:xfrm>
            <a:off x="12753424" y="24035351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2</a:t>
            </a:r>
            <a:endParaRPr lang="en-GB" sz="2400" dirty="0"/>
          </a:p>
        </p:txBody>
      </p:sp>
      <p:sp>
        <p:nvSpPr>
          <p:cNvPr id="235" name="Rectangle: Rounded Corners 234">
            <a:extLst>
              <a:ext uri="{FF2B5EF4-FFF2-40B4-BE49-F238E27FC236}">
                <a16:creationId xmlns:a16="http://schemas.microsoft.com/office/drawing/2014/main" id="{075B3A60-CAF9-9893-C09D-01A0C0774532}"/>
              </a:ext>
            </a:extLst>
          </p:cNvPr>
          <p:cNvSpPr/>
          <p:nvPr/>
        </p:nvSpPr>
        <p:spPr>
          <a:xfrm>
            <a:off x="12753424" y="24285836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0</a:t>
            </a:r>
            <a:endParaRPr lang="en-GB" sz="2400" dirty="0"/>
          </a:p>
        </p:txBody>
      </p:sp>
      <p:sp>
        <p:nvSpPr>
          <p:cNvPr id="237" name="Rectangle: Rounded Corners 236">
            <a:extLst>
              <a:ext uri="{FF2B5EF4-FFF2-40B4-BE49-F238E27FC236}">
                <a16:creationId xmlns:a16="http://schemas.microsoft.com/office/drawing/2014/main" id="{11CDE36A-F953-F4E3-E869-F666EFA90B31}"/>
              </a:ext>
            </a:extLst>
          </p:cNvPr>
          <p:cNvSpPr/>
          <p:nvPr/>
        </p:nvSpPr>
        <p:spPr>
          <a:xfrm>
            <a:off x="12753424" y="24544279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31</a:t>
            </a:r>
            <a:endParaRPr lang="en-GB" dirty="0"/>
          </a:p>
        </p:txBody>
      </p:sp>
      <p:sp>
        <p:nvSpPr>
          <p:cNvPr id="239" name="Rectangle: Rounded Corners 238">
            <a:extLst>
              <a:ext uri="{FF2B5EF4-FFF2-40B4-BE49-F238E27FC236}">
                <a16:creationId xmlns:a16="http://schemas.microsoft.com/office/drawing/2014/main" id="{0C8DEDBF-A92B-00F4-BD03-FCCE31109FC0}"/>
              </a:ext>
            </a:extLst>
          </p:cNvPr>
          <p:cNvSpPr/>
          <p:nvPr/>
        </p:nvSpPr>
        <p:spPr>
          <a:xfrm>
            <a:off x="12753424" y="24817750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0</a:t>
            </a:r>
            <a:endParaRPr lang="en-GB" sz="2400" dirty="0"/>
          </a:p>
        </p:txBody>
      </p:sp>
      <p:sp>
        <p:nvSpPr>
          <p:cNvPr id="243" name="Rectangle: Rounded Corners 242">
            <a:extLst>
              <a:ext uri="{FF2B5EF4-FFF2-40B4-BE49-F238E27FC236}">
                <a16:creationId xmlns:a16="http://schemas.microsoft.com/office/drawing/2014/main" id="{B62CC5D8-98E1-AA27-7EDA-F6F511882BBD}"/>
              </a:ext>
            </a:extLst>
          </p:cNvPr>
          <p:cNvSpPr/>
          <p:nvPr/>
        </p:nvSpPr>
        <p:spPr>
          <a:xfrm>
            <a:off x="12753424" y="25309446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12</a:t>
            </a:r>
            <a:endParaRPr lang="en-GB" sz="2400" dirty="0"/>
          </a:p>
        </p:txBody>
      </p:sp>
      <p:sp>
        <p:nvSpPr>
          <p:cNvPr id="261" name="Rectangle: Rounded Corners 260">
            <a:extLst>
              <a:ext uri="{FF2B5EF4-FFF2-40B4-BE49-F238E27FC236}">
                <a16:creationId xmlns:a16="http://schemas.microsoft.com/office/drawing/2014/main" id="{02F6E247-2D0E-9075-94A3-BCD2B750BFE0}"/>
              </a:ext>
            </a:extLst>
          </p:cNvPr>
          <p:cNvSpPr/>
          <p:nvPr/>
        </p:nvSpPr>
        <p:spPr>
          <a:xfrm>
            <a:off x="12753424" y="25069525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56</a:t>
            </a:r>
            <a:endParaRPr lang="en-GB" sz="2400" dirty="0"/>
          </a:p>
        </p:txBody>
      </p:sp>
      <p:sp>
        <p:nvSpPr>
          <p:cNvPr id="263" name="Rectangle: Rounded Corners 262">
            <a:extLst>
              <a:ext uri="{FF2B5EF4-FFF2-40B4-BE49-F238E27FC236}">
                <a16:creationId xmlns:a16="http://schemas.microsoft.com/office/drawing/2014/main" id="{56A6ABBA-5E6A-F94C-AEA0-037689C046F7}"/>
              </a:ext>
            </a:extLst>
          </p:cNvPr>
          <p:cNvSpPr/>
          <p:nvPr/>
        </p:nvSpPr>
        <p:spPr>
          <a:xfrm>
            <a:off x="467225" y="17993620"/>
            <a:ext cx="6404086" cy="39115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dirty="0"/>
              <a:t>Experiments 1</a:t>
            </a:r>
          </a:p>
        </p:txBody>
      </p:sp>
      <p:sp>
        <p:nvSpPr>
          <p:cNvPr id="269" name="Rectangle: Rounded Corners 268">
            <a:extLst>
              <a:ext uri="{FF2B5EF4-FFF2-40B4-BE49-F238E27FC236}">
                <a16:creationId xmlns:a16="http://schemas.microsoft.com/office/drawing/2014/main" id="{E5492DC6-5F95-4F7D-66CF-7298139752BC}"/>
              </a:ext>
            </a:extLst>
          </p:cNvPr>
          <p:cNvSpPr/>
          <p:nvPr/>
        </p:nvSpPr>
        <p:spPr>
          <a:xfrm>
            <a:off x="299053" y="22126431"/>
            <a:ext cx="3668398" cy="266992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Conditions</a:t>
            </a:r>
          </a:p>
        </p:txBody>
      </p:sp>
      <p:sp>
        <p:nvSpPr>
          <p:cNvPr id="271" name="Rectangle: Rounded Corners 270">
            <a:extLst>
              <a:ext uri="{FF2B5EF4-FFF2-40B4-BE49-F238E27FC236}">
                <a16:creationId xmlns:a16="http://schemas.microsoft.com/office/drawing/2014/main" id="{44003051-3FDF-5577-FB25-4A7E12BC3EF0}"/>
              </a:ext>
            </a:extLst>
          </p:cNvPr>
          <p:cNvSpPr/>
          <p:nvPr/>
        </p:nvSpPr>
        <p:spPr>
          <a:xfrm>
            <a:off x="299053" y="22430016"/>
            <a:ext cx="1825214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P: 100 bar</a:t>
            </a:r>
          </a:p>
        </p:txBody>
      </p:sp>
      <p:sp>
        <p:nvSpPr>
          <p:cNvPr id="273" name="Rectangle: Rounded Corners 272">
            <a:extLst>
              <a:ext uri="{FF2B5EF4-FFF2-40B4-BE49-F238E27FC236}">
                <a16:creationId xmlns:a16="http://schemas.microsoft.com/office/drawing/2014/main" id="{F50C283C-1C82-697C-FDB0-B0527C9F3DAF}"/>
              </a:ext>
            </a:extLst>
          </p:cNvPr>
          <p:cNvSpPr/>
          <p:nvPr/>
        </p:nvSpPr>
        <p:spPr>
          <a:xfrm>
            <a:off x="2142237" y="22430015"/>
            <a:ext cx="1825214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T: 25 C</a:t>
            </a:r>
          </a:p>
        </p:txBody>
      </p:sp>
      <p:sp>
        <p:nvSpPr>
          <p:cNvPr id="275" name="Rectangle: Rounded Corners 274">
            <a:extLst>
              <a:ext uri="{FF2B5EF4-FFF2-40B4-BE49-F238E27FC236}">
                <a16:creationId xmlns:a16="http://schemas.microsoft.com/office/drawing/2014/main" id="{DC580020-D2F2-C486-CF4E-627872918A6F}"/>
              </a:ext>
            </a:extLst>
          </p:cNvPr>
          <p:cNvSpPr/>
          <p:nvPr/>
        </p:nvSpPr>
        <p:spPr>
          <a:xfrm>
            <a:off x="767291" y="23162193"/>
            <a:ext cx="1816229" cy="382860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Component</a:t>
            </a:r>
            <a:endParaRPr lang="en-GB" sz="2400" dirty="0"/>
          </a:p>
        </p:txBody>
      </p:sp>
      <p:sp>
        <p:nvSpPr>
          <p:cNvPr id="277" name="Rectangle: Rounded Corners 276">
            <a:extLst>
              <a:ext uri="{FF2B5EF4-FFF2-40B4-BE49-F238E27FC236}">
                <a16:creationId xmlns:a16="http://schemas.microsoft.com/office/drawing/2014/main" id="{539EEC41-3891-6E70-4244-AAD135A5B3F4}"/>
              </a:ext>
            </a:extLst>
          </p:cNvPr>
          <p:cNvSpPr/>
          <p:nvPr/>
        </p:nvSpPr>
        <p:spPr>
          <a:xfrm>
            <a:off x="2652096" y="23174403"/>
            <a:ext cx="1268464" cy="35884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Input</a:t>
            </a:r>
            <a:endParaRPr lang="en-GB" sz="2400" dirty="0"/>
          </a:p>
        </p:txBody>
      </p:sp>
      <p:sp>
        <p:nvSpPr>
          <p:cNvPr id="279" name="Rectangle: Rounded Corners 278">
            <a:extLst>
              <a:ext uri="{FF2B5EF4-FFF2-40B4-BE49-F238E27FC236}">
                <a16:creationId xmlns:a16="http://schemas.microsoft.com/office/drawing/2014/main" id="{1942AF38-8DE2-BFDB-CE51-37D3573E96FD}"/>
              </a:ext>
            </a:extLst>
          </p:cNvPr>
          <p:cNvSpPr/>
          <p:nvPr/>
        </p:nvSpPr>
        <p:spPr>
          <a:xfrm>
            <a:off x="4058255" y="23158798"/>
            <a:ext cx="1268464" cy="345214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Output</a:t>
            </a:r>
            <a:endParaRPr lang="en-GB" sz="2400" dirty="0"/>
          </a:p>
        </p:txBody>
      </p:sp>
      <p:sp>
        <p:nvSpPr>
          <p:cNvPr id="281" name="Rectangle: Rounded Corners 280">
            <a:extLst>
              <a:ext uri="{FF2B5EF4-FFF2-40B4-BE49-F238E27FC236}">
                <a16:creationId xmlns:a16="http://schemas.microsoft.com/office/drawing/2014/main" id="{62C66AEA-A746-B7B6-4788-B0B6E152AB53}"/>
              </a:ext>
            </a:extLst>
          </p:cNvPr>
          <p:cNvSpPr/>
          <p:nvPr/>
        </p:nvSpPr>
        <p:spPr>
          <a:xfrm>
            <a:off x="5434067" y="23203060"/>
            <a:ext cx="1611553" cy="35884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Output</a:t>
            </a:r>
            <a:endParaRPr lang="en-GB" sz="2400" dirty="0"/>
          </a:p>
        </p:txBody>
      </p:sp>
      <p:sp>
        <p:nvSpPr>
          <p:cNvPr id="283" name="Rectangle: Rounded Corners 282">
            <a:extLst>
              <a:ext uri="{FF2B5EF4-FFF2-40B4-BE49-F238E27FC236}">
                <a16:creationId xmlns:a16="http://schemas.microsoft.com/office/drawing/2014/main" id="{8643FF75-A5F9-A51F-D5F2-40446163CA06}"/>
              </a:ext>
            </a:extLst>
          </p:cNvPr>
          <p:cNvSpPr/>
          <p:nvPr/>
        </p:nvSpPr>
        <p:spPr>
          <a:xfrm>
            <a:off x="1082629" y="23628917"/>
            <a:ext cx="1185555" cy="23458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H</a:t>
            </a:r>
            <a:r>
              <a:rPr lang="nb-NO" dirty="0"/>
              <a:t>2</a:t>
            </a:r>
            <a:r>
              <a:rPr lang="nb-NO" sz="2400" dirty="0"/>
              <a:t>S</a:t>
            </a:r>
            <a:endParaRPr lang="en-GB" sz="2400" dirty="0"/>
          </a:p>
        </p:txBody>
      </p:sp>
      <p:sp>
        <p:nvSpPr>
          <p:cNvPr id="285" name="Rectangle: Rounded Corners 284">
            <a:extLst>
              <a:ext uri="{FF2B5EF4-FFF2-40B4-BE49-F238E27FC236}">
                <a16:creationId xmlns:a16="http://schemas.microsoft.com/office/drawing/2014/main" id="{C0AADAA2-C5AC-9BB5-3365-E518BE43D90C}"/>
              </a:ext>
            </a:extLst>
          </p:cNvPr>
          <p:cNvSpPr/>
          <p:nvPr/>
        </p:nvSpPr>
        <p:spPr>
          <a:xfrm>
            <a:off x="1082629" y="23893246"/>
            <a:ext cx="1185555" cy="23458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SO</a:t>
            </a:r>
            <a:r>
              <a:rPr lang="nb-NO" dirty="0"/>
              <a:t>2</a:t>
            </a:r>
            <a:endParaRPr lang="en-GB" sz="2400" dirty="0"/>
          </a:p>
        </p:txBody>
      </p:sp>
      <p:sp>
        <p:nvSpPr>
          <p:cNvPr id="287" name="Rectangle: Rounded Corners 286">
            <a:extLst>
              <a:ext uri="{FF2B5EF4-FFF2-40B4-BE49-F238E27FC236}">
                <a16:creationId xmlns:a16="http://schemas.microsoft.com/office/drawing/2014/main" id="{14B28C04-A795-DD25-B2BE-1DE77ED89A4E}"/>
              </a:ext>
            </a:extLst>
          </p:cNvPr>
          <p:cNvSpPr/>
          <p:nvPr/>
        </p:nvSpPr>
        <p:spPr>
          <a:xfrm>
            <a:off x="1082629" y="24145021"/>
            <a:ext cx="1185555" cy="23458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O</a:t>
            </a:r>
            <a:r>
              <a:rPr lang="nb-NO" dirty="0"/>
              <a:t>2</a:t>
            </a:r>
            <a:endParaRPr lang="en-GB" sz="2400" dirty="0"/>
          </a:p>
        </p:txBody>
      </p:sp>
      <p:sp>
        <p:nvSpPr>
          <p:cNvPr id="289" name="Rectangle: Rounded Corners 288">
            <a:extLst>
              <a:ext uri="{FF2B5EF4-FFF2-40B4-BE49-F238E27FC236}">
                <a16:creationId xmlns:a16="http://schemas.microsoft.com/office/drawing/2014/main" id="{292F67A7-5253-3574-77B7-3C88F5D9AB9A}"/>
              </a:ext>
            </a:extLst>
          </p:cNvPr>
          <p:cNvSpPr/>
          <p:nvPr/>
        </p:nvSpPr>
        <p:spPr>
          <a:xfrm>
            <a:off x="1082629" y="24396796"/>
            <a:ext cx="1185555" cy="23458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H</a:t>
            </a:r>
            <a:r>
              <a:rPr lang="nb-NO" dirty="0"/>
              <a:t>2</a:t>
            </a:r>
            <a:r>
              <a:rPr lang="nb-NO" sz="2400" dirty="0"/>
              <a:t>O</a:t>
            </a:r>
            <a:endParaRPr lang="en-GB" sz="2400" dirty="0"/>
          </a:p>
        </p:txBody>
      </p:sp>
      <p:sp>
        <p:nvSpPr>
          <p:cNvPr id="291" name="Rectangle: Rounded Corners 290">
            <a:extLst>
              <a:ext uri="{FF2B5EF4-FFF2-40B4-BE49-F238E27FC236}">
                <a16:creationId xmlns:a16="http://schemas.microsoft.com/office/drawing/2014/main" id="{ED424B48-4766-E116-155E-C87C25A7E674}"/>
              </a:ext>
            </a:extLst>
          </p:cNvPr>
          <p:cNvSpPr/>
          <p:nvPr/>
        </p:nvSpPr>
        <p:spPr>
          <a:xfrm>
            <a:off x="1082629" y="24655239"/>
            <a:ext cx="1185555" cy="23458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NO</a:t>
            </a:r>
            <a:r>
              <a:rPr lang="nb-NO" dirty="0"/>
              <a:t>2</a:t>
            </a:r>
            <a:endParaRPr lang="en-GB" dirty="0"/>
          </a:p>
        </p:txBody>
      </p:sp>
      <p:sp>
        <p:nvSpPr>
          <p:cNvPr id="293" name="Rectangle: Rounded Corners 292">
            <a:extLst>
              <a:ext uri="{FF2B5EF4-FFF2-40B4-BE49-F238E27FC236}">
                <a16:creationId xmlns:a16="http://schemas.microsoft.com/office/drawing/2014/main" id="{89205A22-CBE5-E610-27A5-BFEE513253B8}"/>
              </a:ext>
            </a:extLst>
          </p:cNvPr>
          <p:cNvSpPr/>
          <p:nvPr/>
        </p:nvSpPr>
        <p:spPr>
          <a:xfrm>
            <a:off x="1051527" y="24898903"/>
            <a:ext cx="1185555" cy="23458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NO</a:t>
            </a:r>
            <a:endParaRPr lang="en-GB" sz="2400" dirty="0"/>
          </a:p>
        </p:txBody>
      </p:sp>
      <p:sp>
        <p:nvSpPr>
          <p:cNvPr id="295" name="Rectangle: Rounded Corners 294">
            <a:extLst>
              <a:ext uri="{FF2B5EF4-FFF2-40B4-BE49-F238E27FC236}">
                <a16:creationId xmlns:a16="http://schemas.microsoft.com/office/drawing/2014/main" id="{028BA1FE-5EA3-54B1-C14F-BEFAAC0D901E}"/>
              </a:ext>
            </a:extLst>
          </p:cNvPr>
          <p:cNvSpPr/>
          <p:nvPr/>
        </p:nvSpPr>
        <p:spPr>
          <a:xfrm>
            <a:off x="1082629" y="25168631"/>
            <a:ext cx="1185555" cy="23458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H</a:t>
            </a:r>
            <a:r>
              <a:rPr lang="nb-NO" dirty="0"/>
              <a:t>2</a:t>
            </a:r>
            <a:r>
              <a:rPr lang="nb-NO" sz="2400" dirty="0"/>
              <a:t>SO</a:t>
            </a:r>
            <a:r>
              <a:rPr lang="nb-NO" dirty="0"/>
              <a:t>4</a:t>
            </a:r>
            <a:endParaRPr lang="en-GB" dirty="0"/>
          </a:p>
        </p:txBody>
      </p:sp>
      <p:sp>
        <p:nvSpPr>
          <p:cNvPr id="297" name="Rectangle: Rounded Corners 296">
            <a:extLst>
              <a:ext uri="{FF2B5EF4-FFF2-40B4-BE49-F238E27FC236}">
                <a16:creationId xmlns:a16="http://schemas.microsoft.com/office/drawing/2014/main" id="{7D681C5B-66F6-F880-CBAD-E1730BE7C723}"/>
              </a:ext>
            </a:extLst>
          </p:cNvPr>
          <p:cNvSpPr/>
          <p:nvPr/>
        </p:nvSpPr>
        <p:spPr>
          <a:xfrm>
            <a:off x="1082629" y="25420406"/>
            <a:ext cx="1185555" cy="23458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HNO</a:t>
            </a:r>
            <a:r>
              <a:rPr lang="nb-NO" dirty="0"/>
              <a:t>3</a:t>
            </a:r>
            <a:endParaRPr lang="en-GB" dirty="0"/>
          </a:p>
        </p:txBody>
      </p:sp>
      <p:sp>
        <p:nvSpPr>
          <p:cNvPr id="299" name="Rectangle: Rounded Corners 298">
            <a:extLst>
              <a:ext uri="{FF2B5EF4-FFF2-40B4-BE49-F238E27FC236}">
                <a16:creationId xmlns:a16="http://schemas.microsoft.com/office/drawing/2014/main" id="{4E63DE9F-0CAC-F2E5-251D-06682BE36E54}"/>
              </a:ext>
            </a:extLst>
          </p:cNvPr>
          <p:cNvSpPr/>
          <p:nvPr/>
        </p:nvSpPr>
        <p:spPr>
          <a:xfrm>
            <a:off x="2881011" y="23590035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-</a:t>
            </a:r>
            <a:endParaRPr lang="en-GB" sz="2400" dirty="0"/>
          </a:p>
        </p:txBody>
      </p:sp>
      <p:sp>
        <p:nvSpPr>
          <p:cNvPr id="301" name="Rectangle: Rounded Corners 300">
            <a:extLst>
              <a:ext uri="{FF2B5EF4-FFF2-40B4-BE49-F238E27FC236}">
                <a16:creationId xmlns:a16="http://schemas.microsoft.com/office/drawing/2014/main" id="{E44E46A8-5490-674F-065E-F0FE45A52C2D}"/>
              </a:ext>
            </a:extLst>
          </p:cNvPr>
          <p:cNvSpPr/>
          <p:nvPr/>
        </p:nvSpPr>
        <p:spPr>
          <a:xfrm>
            <a:off x="2881011" y="23854364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-</a:t>
            </a:r>
            <a:endParaRPr lang="en-GB" sz="2400" dirty="0"/>
          </a:p>
        </p:txBody>
      </p:sp>
      <p:sp>
        <p:nvSpPr>
          <p:cNvPr id="303" name="Rectangle: Rounded Corners 302">
            <a:extLst>
              <a:ext uri="{FF2B5EF4-FFF2-40B4-BE49-F238E27FC236}">
                <a16:creationId xmlns:a16="http://schemas.microsoft.com/office/drawing/2014/main" id="{083A285D-2BE9-CE9B-7D9C-2F3AB94AEC39}"/>
              </a:ext>
            </a:extLst>
          </p:cNvPr>
          <p:cNvSpPr/>
          <p:nvPr/>
        </p:nvSpPr>
        <p:spPr>
          <a:xfrm>
            <a:off x="2881011" y="24106139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-</a:t>
            </a:r>
            <a:endParaRPr lang="en-GB" sz="2400" dirty="0"/>
          </a:p>
        </p:txBody>
      </p:sp>
      <p:sp>
        <p:nvSpPr>
          <p:cNvPr id="305" name="Rectangle: Rounded Corners 304">
            <a:extLst>
              <a:ext uri="{FF2B5EF4-FFF2-40B4-BE49-F238E27FC236}">
                <a16:creationId xmlns:a16="http://schemas.microsoft.com/office/drawing/2014/main" id="{E3375EE2-9CDB-EB38-FD1D-9651CCA23F21}"/>
              </a:ext>
            </a:extLst>
          </p:cNvPr>
          <p:cNvSpPr/>
          <p:nvPr/>
        </p:nvSpPr>
        <p:spPr>
          <a:xfrm>
            <a:off x="2881011" y="24357914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675</a:t>
            </a:r>
            <a:endParaRPr lang="en-GB" sz="2400" dirty="0"/>
          </a:p>
        </p:txBody>
      </p:sp>
      <p:sp>
        <p:nvSpPr>
          <p:cNvPr id="307" name="Rectangle: Rounded Corners 306">
            <a:extLst>
              <a:ext uri="{FF2B5EF4-FFF2-40B4-BE49-F238E27FC236}">
                <a16:creationId xmlns:a16="http://schemas.microsoft.com/office/drawing/2014/main" id="{F31049A0-B59A-B87C-585C-DCA025EFD8BA}"/>
              </a:ext>
            </a:extLst>
          </p:cNvPr>
          <p:cNvSpPr/>
          <p:nvPr/>
        </p:nvSpPr>
        <p:spPr>
          <a:xfrm>
            <a:off x="2881011" y="24616357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72</a:t>
            </a:r>
            <a:endParaRPr lang="en-GB" dirty="0"/>
          </a:p>
        </p:txBody>
      </p:sp>
      <p:sp>
        <p:nvSpPr>
          <p:cNvPr id="309" name="Rectangle: Rounded Corners 308">
            <a:extLst>
              <a:ext uri="{FF2B5EF4-FFF2-40B4-BE49-F238E27FC236}">
                <a16:creationId xmlns:a16="http://schemas.microsoft.com/office/drawing/2014/main" id="{1AC65D7A-686C-005A-4849-8442359E7286}"/>
              </a:ext>
            </a:extLst>
          </p:cNvPr>
          <p:cNvSpPr/>
          <p:nvPr/>
        </p:nvSpPr>
        <p:spPr>
          <a:xfrm>
            <a:off x="2881011" y="24889828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-</a:t>
            </a:r>
            <a:endParaRPr lang="en-GB" sz="2400" dirty="0"/>
          </a:p>
        </p:txBody>
      </p:sp>
      <p:sp>
        <p:nvSpPr>
          <p:cNvPr id="311" name="Rectangle: Rounded Corners 310">
            <a:extLst>
              <a:ext uri="{FF2B5EF4-FFF2-40B4-BE49-F238E27FC236}">
                <a16:creationId xmlns:a16="http://schemas.microsoft.com/office/drawing/2014/main" id="{D0FAEC8B-88A1-5B09-6E4B-2AA843D15018}"/>
              </a:ext>
            </a:extLst>
          </p:cNvPr>
          <p:cNvSpPr/>
          <p:nvPr/>
        </p:nvSpPr>
        <p:spPr>
          <a:xfrm>
            <a:off x="2881011" y="25129749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-</a:t>
            </a:r>
          </a:p>
        </p:txBody>
      </p:sp>
      <p:sp>
        <p:nvSpPr>
          <p:cNvPr id="313" name="Rectangle: Rounded Corners 312">
            <a:extLst>
              <a:ext uri="{FF2B5EF4-FFF2-40B4-BE49-F238E27FC236}">
                <a16:creationId xmlns:a16="http://schemas.microsoft.com/office/drawing/2014/main" id="{C937E87B-7A8A-2904-5DF7-82B63C91DDA3}"/>
              </a:ext>
            </a:extLst>
          </p:cNvPr>
          <p:cNvSpPr/>
          <p:nvPr/>
        </p:nvSpPr>
        <p:spPr>
          <a:xfrm>
            <a:off x="2881011" y="25381524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-</a:t>
            </a:r>
            <a:endParaRPr lang="en-GB" sz="2400" dirty="0"/>
          </a:p>
        </p:txBody>
      </p:sp>
      <p:sp>
        <p:nvSpPr>
          <p:cNvPr id="315" name="Rectangle: Rounded Corners 314">
            <a:extLst>
              <a:ext uri="{FF2B5EF4-FFF2-40B4-BE49-F238E27FC236}">
                <a16:creationId xmlns:a16="http://schemas.microsoft.com/office/drawing/2014/main" id="{6AE6FAE8-90FF-A33A-53C9-ADDBEB9B6BAE}"/>
              </a:ext>
            </a:extLst>
          </p:cNvPr>
          <p:cNvSpPr/>
          <p:nvPr/>
        </p:nvSpPr>
        <p:spPr>
          <a:xfrm>
            <a:off x="4266218" y="23558735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0</a:t>
            </a:r>
            <a:endParaRPr lang="en-GB" sz="2400" dirty="0"/>
          </a:p>
        </p:txBody>
      </p:sp>
      <p:sp>
        <p:nvSpPr>
          <p:cNvPr id="317" name="Rectangle: Rounded Corners 316">
            <a:extLst>
              <a:ext uri="{FF2B5EF4-FFF2-40B4-BE49-F238E27FC236}">
                <a16:creationId xmlns:a16="http://schemas.microsoft.com/office/drawing/2014/main" id="{2F8EEB78-3293-7A1E-B4D0-0AA2A1D832D7}"/>
              </a:ext>
            </a:extLst>
          </p:cNvPr>
          <p:cNvSpPr/>
          <p:nvPr/>
        </p:nvSpPr>
        <p:spPr>
          <a:xfrm>
            <a:off x="4266218" y="23823064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0</a:t>
            </a:r>
          </a:p>
        </p:txBody>
      </p:sp>
      <p:sp>
        <p:nvSpPr>
          <p:cNvPr id="319" name="Rectangle: Rounded Corners 318">
            <a:extLst>
              <a:ext uri="{FF2B5EF4-FFF2-40B4-BE49-F238E27FC236}">
                <a16:creationId xmlns:a16="http://schemas.microsoft.com/office/drawing/2014/main" id="{C2D82F81-7153-0EF7-4A2A-86BA369AC29D}"/>
              </a:ext>
            </a:extLst>
          </p:cNvPr>
          <p:cNvSpPr/>
          <p:nvPr/>
        </p:nvSpPr>
        <p:spPr>
          <a:xfrm>
            <a:off x="4266218" y="24074839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0</a:t>
            </a:r>
            <a:endParaRPr lang="en-GB" sz="2400" dirty="0"/>
          </a:p>
        </p:txBody>
      </p:sp>
      <p:sp>
        <p:nvSpPr>
          <p:cNvPr id="321" name="Rectangle: Rounded Corners 320">
            <a:extLst>
              <a:ext uri="{FF2B5EF4-FFF2-40B4-BE49-F238E27FC236}">
                <a16:creationId xmlns:a16="http://schemas.microsoft.com/office/drawing/2014/main" id="{829571CA-AB69-3B5E-EF0E-07CA6453ADA1}"/>
              </a:ext>
            </a:extLst>
          </p:cNvPr>
          <p:cNvSpPr/>
          <p:nvPr/>
        </p:nvSpPr>
        <p:spPr>
          <a:xfrm>
            <a:off x="4266218" y="24326614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675</a:t>
            </a:r>
            <a:endParaRPr lang="en-GB" sz="2400" dirty="0"/>
          </a:p>
        </p:txBody>
      </p:sp>
      <p:sp>
        <p:nvSpPr>
          <p:cNvPr id="323" name="Rectangle: Rounded Corners 322">
            <a:extLst>
              <a:ext uri="{FF2B5EF4-FFF2-40B4-BE49-F238E27FC236}">
                <a16:creationId xmlns:a16="http://schemas.microsoft.com/office/drawing/2014/main" id="{C784595B-EC88-C518-AA51-5D919CEFFB20}"/>
              </a:ext>
            </a:extLst>
          </p:cNvPr>
          <p:cNvSpPr/>
          <p:nvPr/>
        </p:nvSpPr>
        <p:spPr>
          <a:xfrm>
            <a:off x="4266218" y="24585057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70</a:t>
            </a:r>
            <a:endParaRPr lang="en-GB" dirty="0"/>
          </a:p>
        </p:txBody>
      </p:sp>
      <p:sp>
        <p:nvSpPr>
          <p:cNvPr id="325" name="Rectangle: Rounded Corners 324">
            <a:extLst>
              <a:ext uri="{FF2B5EF4-FFF2-40B4-BE49-F238E27FC236}">
                <a16:creationId xmlns:a16="http://schemas.microsoft.com/office/drawing/2014/main" id="{A41CAEA8-B7BF-8B36-6E0B-3FC78FD5768B}"/>
              </a:ext>
            </a:extLst>
          </p:cNvPr>
          <p:cNvSpPr/>
          <p:nvPr/>
        </p:nvSpPr>
        <p:spPr>
          <a:xfrm>
            <a:off x="4266218" y="24858528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4</a:t>
            </a:r>
            <a:endParaRPr lang="en-GB" sz="2400" dirty="0"/>
          </a:p>
        </p:txBody>
      </p:sp>
      <p:sp>
        <p:nvSpPr>
          <p:cNvPr id="327" name="Rectangle: Rounded Corners 326">
            <a:extLst>
              <a:ext uri="{FF2B5EF4-FFF2-40B4-BE49-F238E27FC236}">
                <a16:creationId xmlns:a16="http://schemas.microsoft.com/office/drawing/2014/main" id="{EE981E6A-AF2A-C5B9-6450-ED2F865B15C0}"/>
              </a:ext>
            </a:extLst>
          </p:cNvPr>
          <p:cNvSpPr/>
          <p:nvPr/>
        </p:nvSpPr>
        <p:spPr>
          <a:xfrm>
            <a:off x="4266218" y="25098449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dirty="0"/>
              <a:t>-*</a:t>
            </a:r>
          </a:p>
        </p:txBody>
      </p:sp>
      <p:sp>
        <p:nvSpPr>
          <p:cNvPr id="329" name="Rectangle: Rounded Corners 328">
            <a:extLst>
              <a:ext uri="{FF2B5EF4-FFF2-40B4-BE49-F238E27FC236}">
                <a16:creationId xmlns:a16="http://schemas.microsoft.com/office/drawing/2014/main" id="{E36B55AE-4E1E-C8C0-A40A-A933CFFC4ED8}"/>
              </a:ext>
            </a:extLst>
          </p:cNvPr>
          <p:cNvSpPr/>
          <p:nvPr/>
        </p:nvSpPr>
        <p:spPr>
          <a:xfrm>
            <a:off x="4266218" y="25350224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-*</a:t>
            </a:r>
            <a:endParaRPr lang="en-GB" sz="2400" dirty="0"/>
          </a:p>
        </p:txBody>
      </p:sp>
      <p:sp>
        <p:nvSpPr>
          <p:cNvPr id="331" name="Rectangle: Rounded Corners 330">
            <a:extLst>
              <a:ext uri="{FF2B5EF4-FFF2-40B4-BE49-F238E27FC236}">
                <a16:creationId xmlns:a16="http://schemas.microsoft.com/office/drawing/2014/main" id="{AC8BBD0F-A4B7-A634-E80B-F82B69CB4EAB}"/>
              </a:ext>
            </a:extLst>
          </p:cNvPr>
          <p:cNvSpPr/>
          <p:nvPr/>
        </p:nvSpPr>
        <p:spPr>
          <a:xfrm>
            <a:off x="5793444" y="23558998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0</a:t>
            </a:r>
            <a:endParaRPr lang="en-GB" sz="2400" dirty="0"/>
          </a:p>
        </p:txBody>
      </p:sp>
      <p:sp>
        <p:nvSpPr>
          <p:cNvPr id="333" name="Rectangle: Rounded Corners 332">
            <a:extLst>
              <a:ext uri="{FF2B5EF4-FFF2-40B4-BE49-F238E27FC236}">
                <a16:creationId xmlns:a16="http://schemas.microsoft.com/office/drawing/2014/main" id="{DD5460B0-DA1C-78CD-E233-C84B15E44A00}"/>
              </a:ext>
            </a:extLst>
          </p:cNvPr>
          <p:cNvSpPr/>
          <p:nvPr/>
        </p:nvSpPr>
        <p:spPr>
          <a:xfrm>
            <a:off x="5793444" y="23823327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0</a:t>
            </a:r>
          </a:p>
        </p:txBody>
      </p:sp>
      <p:sp>
        <p:nvSpPr>
          <p:cNvPr id="335" name="Rectangle: Rounded Corners 334">
            <a:extLst>
              <a:ext uri="{FF2B5EF4-FFF2-40B4-BE49-F238E27FC236}">
                <a16:creationId xmlns:a16="http://schemas.microsoft.com/office/drawing/2014/main" id="{1B351307-CEE5-D0DA-18EE-3207CC854AE1}"/>
              </a:ext>
            </a:extLst>
          </p:cNvPr>
          <p:cNvSpPr/>
          <p:nvPr/>
        </p:nvSpPr>
        <p:spPr>
          <a:xfrm>
            <a:off x="5793444" y="24076392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0</a:t>
            </a:r>
            <a:endParaRPr lang="en-GB" sz="2400" dirty="0"/>
          </a:p>
        </p:txBody>
      </p:sp>
      <p:sp>
        <p:nvSpPr>
          <p:cNvPr id="337" name="Rectangle: Rounded Corners 336">
            <a:extLst>
              <a:ext uri="{FF2B5EF4-FFF2-40B4-BE49-F238E27FC236}">
                <a16:creationId xmlns:a16="http://schemas.microsoft.com/office/drawing/2014/main" id="{5A824682-217C-6E58-FB44-9847BC84726E}"/>
              </a:ext>
            </a:extLst>
          </p:cNvPr>
          <p:cNvSpPr/>
          <p:nvPr/>
        </p:nvSpPr>
        <p:spPr>
          <a:xfrm>
            <a:off x="5793444" y="24326877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673</a:t>
            </a:r>
            <a:endParaRPr lang="en-GB" sz="2400" dirty="0"/>
          </a:p>
        </p:txBody>
      </p:sp>
      <p:sp>
        <p:nvSpPr>
          <p:cNvPr id="339" name="Rectangle: Rounded Corners 338">
            <a:extLst>
              <a:ext uri="{FF2B5EF4-FFF2-40B4-BE49-F238E27FC236}">
                <a16:creationId xmlns:a16="http://schemas.microsoft.com/office/drawing/2014/main" id="{4DE2C0C9-3696-3CCE-0413-F2CA15D2FC90}"/>
              </a:ext>
            </a:extLst>
          </p:cNvPr>
          <p:cNvSpPr/>
          <p:nvPr/>
        </p:nvSpPr>
        <p:spPr>
          <a:xfrm>
            <a:off x="5793444" y="24585320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67</a:t>
            </a:r>
            <a:endParaRPr lang="en-GB" dirty="0"/>
          </a:p>
        </p:txBody>
      </p:sp>
      <p:sp>
        <p:nvSpPr>
          <p:cNvPr id="341" name="Rectangle: Rounded Corners 340">
            <a:extLst>
              <a:ext uri="{FF2B5EF4-FFF2-40B4-BE49-F238E27FC236}">
                <a16:creationId xmlns:a16="http://schemas.microsoft.com/office/drawing/2014/main" id="{C67DBB19-2E95-6268-A16F-7D3949A7947F}"/>
              </a:ext>
            </a:extLst>
          </p:cNvPr>
          <p:cNvSpPr/>
          <p:nvPr/>
        </p:nvSpPr>
        <p:spPr>
          <a:xfrm>
            <a:off x="5793444" y="24858791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2</a:t>
            </a:r>
            <a:endParaRPr lang="en-GB" sz="2400" dirty="0"/>
          </a:p>
        </p:txBody>
      </p:sp>
      <p:sp>
        <p:nvSpPr>
          <p:cNvPr id="343" name="Rectangle: Rounded Corners 342">
            <a:extLst>
              <a:ext uri="{FF2B5EF4-FFF2-40B4-BE49-F238E27FC236}">
                <a16:creationId xmlns:a16="http://schemas.microsoft.com/office/drawing/2014/main" id="{AE7FA41E-9C6F-DAF2-5F7E-229A369FA3E6}"/>
              </a:ext>
            </a:extLst>
          </p:cNvPr>
          <p:cNvSpPr/>
          <p:nvPr/>
        </p:nvSpPr>
        <p:spPr>
          <a:xfrm>
            <a:off x="5793444" y="25350487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2400" dirty="0"/>
              <a:t>3.5</a:t>
            </a:r>
          </a:p>
        </p:txBody>
      </p:sp>
      <p:sp>
        <p:nvSpPr>
          <p:cNvPr id="345" name="Rectangle: Rounded Corners 344">
            <a:extLst>
              <a:ext uri="{FF2B5EF4-FFF2-40B4-BE49-F238E27FC236}">
                <a16:creationId xmlns:a16="http://schemas.microsoft.com/office/drawing/2014/main" id="{BB38A405-E8F2-4C70-F1F2-6FA62DB2079F}"/>
              </a:ext>
            </a:extLst>
          </p:cNvPr>
          <p:cNvSpPr/>
          <p:nvPr/>
        </p:nvSpPr>
        <p:spPr>
          <a:xfrm>
            <a:off x="5793444" y="25110566"/>
            <a:ext cx="914399" cy="25177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0</a:t>
            </a:r>
            <a:endParaRPr lang="en-GB" sz="2400" dirty="0"/>
          </a:p>
        </p:txBody>
      </p:sp>
      <p:pic>
        <p:nvPicPr>
          <p:cNvPr id="347" name="Picture 346">
            <a:extLst>
              <a:ext uri="{FF2B5EF4-FFF2-40B4-BE49-F238E27FC236}">
                <a16:creationId xmlns:a16="http://schemas.microsoft.com/office/drawing/2014/main" id="{BB857386-A120-FA25-A8B0-FA329107640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1585" y="18505936"/>
            <a:ext cx="6947971" cy="1702062"/>
          </a:xfrm>
          <a:prstGeom prst="rect">
            <a:avLst/>
          </a:prstGeom>
        </p:spPr>
      </p:pic>
      <p:pic>
        <p:nvPicPr>
          <p:cNvPr id="349" name="Picture 348">
            <a:extLst>
              <a:ext uri="{FF2B5EF4-FFF2-40B4-BE49-F238E27FC236}">
                <a16:creationId xmlns:a16="http://schemas.microsoft.com/office/drawing/2014/main" id="{7BC5CFA0-67CF-724B-E628-45663EF293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51574" y="20296785"/>
            <a:ext cx="6959865" cy="1651386"/>
          </a:xfrm>
          <a:prstGeom prst="rect">
            <a:avLst/>
          </a:prstGeom>
        </p:spPr>
      </p:pic>
      <p:sp>
        <p:nvSpPr>
          <p:cNvPr id="351" name="Rectangle: Rounded Corners 350">
            <a:extLst>
              <a:ext uri="{FF2B5EF4-FFF2-40B4-BE49-F238E27FC236}">
                <a16:creationId xmlns:a16="http://schemas.microsoft.com/office/drawing/2014/main" id="{F1539C0E-F2A5-75C4-E06D-64972C6C996B}"/>
              </a:ext>
            </a:extLst>
          </p:cNvPr>
          <p:cNvSpPr/>
          <p:nvPr/>
        </p:nvSpPr>
        <p:spPr>
          <a:xfrm>
            <a:off x="8061717" y="25362179"/>
            <a:ext cx="1185555" cy="234589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HNO</a:t>
            </a:r>
            <a:r>
              <a:rPr lang="nb-NO" dirty="0"/>
              <a:t>3</a:t>
            </a:r>
            <a:endParaRPr lang="en-GB" dirty="0"/>
          </a:p>
        </p:txBody>
      </p:sp>
      <p:sp>
        <p:nvSpPr>
          <p:cNvPr id="445" name="Rectangle: Rounded Corners 444">
            <a:extLst>
              <a:ext uri="{FF2B5EF4-FFF2-40B4-BE49-F238E27FC236}">
                <a16:creationId xmlns:a16="http://schemas.microsoft.com/office/drawing/2014/main" id="{B183819B-FA24-7161-B84F-80C746FF1505}"/>
              </a:ext>
            </a:extLst>
          </p:cNvPr>
          <p:cNvSpPr/>
          <p:nvPr/>
        </p:nvSpPr>
        <p:spPr>
          <a:xfrm>
            <a:off x="14220315" y="17037907"/>
            <a:ext cx="7163310" cy="79470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4800" b="1" dirty="0"/>
              <a:t>Discussion</a:t>
            </a:r>
          </a:p>
        </p:txBody>
      </p:sp>
      <p:sp>
        <p:nvSpPr>
          <p:cNvPr id="799" name="TextBox 798">
            <a:extLst>
              <a:ext uri="{FF2B5EF4-FFF2-40B4-BE49-F238E27FC236}">
                <a16:creationId xmlns:a16="http://schemas.microsoft.com/office/drawing/2014/main" id="{38ACF299-4D83-DDCA-FE0A-FA31BAC568C9}"/>
              </a:ext>
            </a:extLst>
          </p:cNvPr>
          <p:cNvSpPr txBox="1"/>
          <p:nvPr/>
        </p:nvSpPr>
        <p:spPr>
          <a:xfrm>
            <a:off x="14374106" y="17998223"/>
            <a:ext cx="6873654" cy="2177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GB" b="1" i="0" u="sng" dirty="0">
                <a:solidFill>
                  <a:srgbClr val="3B3B3B"/>
                </a:solidFill>
                <a:effectLst/>
                <a:latin typeface="Equinor" panose="020B0604020202020204" charset="0"/>
              </a:rPr>
              <a:t>Observed from experiments</a:t>
            </a:r>
            <a:endParaRPr lang="en-GB" b="0" i="0" u="sng" dirty="0">
              <a:solidFill>
                <a:srgbClr val="3B3B3B"/>
              </a:solidFill>
              <a:effectLst/>
              <a:latin typeface="Equinor" panose="020B0604020202020204" charset="0"/>
            </a:endParaRP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1" i="0" dirty="0">
                <a:solidFill>
                  <a:srgbClr val="3B3B3B"/>
                </a:solidFill>
                <a:effectLst/>
                <a:latin typeface="Equinor" panose="020B0604020202020204" charset="0"/>
              </a:rPr>
              <a:t>Experiment 1: </a:t>
            </a:r>
            <a:r>
              <a:rPr lang="en-GB" b="0" i="0" dirty="0">
                <a:solidFill>
                  <a:srgbClr val="3B3B3B"/>
                </a:solidFill>
                <a:effectLst/>
                <a:latin typeface="Equinor" panose="020B0604020202020204" charset="0"/>
              </a:rPr>
              <a:t>no fog observed, no visible acid formation</a:t>
            </a:r>
            <a:r>
              <a:rPr lang="en-GB" dirty="0">
                <a:solidFill>
                  <a:srgbClr val="3B3B3B"/>
                </a:solidFill>
                <a:latin typeface="Equinor" panose="020B0604020202020204" charset="0"/>
              </a:rPr>
              <a:t>, 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</a:pPr>
            <a:r>
              <a:rPr lang="en-GB" dirty="0">
                <a:solidFill>
                  <a:srgbClr val="3B3B3B"/>
                </a:solidFill>
                <a:latin typeface="Equinor" panose="020B0604020202020204" charset="0"/>
              </a:rPr>
              <a:t>visible coupon surface changes.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GB" b="1" dirty="0">
                <a:solidFill>
                  <a:srgbClr val="3B3B3B"/>
                </a:solidFill>
                <a:latin typeface="Equinor" panose="020B0604020202020204" charset="0"/>
              </a:rPr>
              <a:t>Experiment 2: </a:t>
            </a:r>
            <a:r>
              <a:rPr lang="en-GB" dirty="0">
                <a:solidFill>
                  <a:srgbClr val="3B3B3B"/>
                </a:solidFill>
                <a:latin typeface="Equinor" panose="020B0604020202020204" charset="0"/>
              </a:rPr>
              <a:t>fog clearly observed, stronger chemical reactions than Experiment 1</a:t>
            </a:r>
            <a:endParaRPr lang="en-GB" dirty="0"/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</a:pPr>
            <a:endParaRPr lang="en-GB" b="0" i="0" dirty="0">
              <a:solidFill>
                <a:srgbClr val="3B3B3B"/>
              </a:solidFill>
              <a:effectLst/>
              <a:latin typeface="Segoe WPC"/>
            </a:endParaRPr>
          </a:p>
        </p:txBody>
      </p:sp>
      <p:sp>
        <p:nvSpPr>
          <p:cNvPr id="839" name="TextBox 838">
            <a:extLst>
              <a:ext uri="{FF2B5EF4-FFF2-40B4-BE49-F238E27FC236}">
                <a16:creationId xmlns:a16="http://schemas.microsoft.com/office/drawing/2014/main" id="{B0E83D77-2D25-D821-8825-7BA7BB58D3A1}"/>
              </a:ext>
            </a:extLst>
          </p:cNvPr>
          <p:cNvSpPr txBox="1"/>
          <p:nvPr/>
        </p:nvSpPr>
        <p:spPr>
          <a:xfrm>
            <a:off x="4533820" y="10176048"/>
            <a:ext cx="8354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400"/>
            <a:r>
              <a:rPr lang="nb-NO" dirty="0">
                <a:solidFill>
                  <a:srgbClr val="DFF5FF">
                    <a:lumMod val="25000"/>
                  </a:srgbClr>
                </a:solidFill>
                <a:latin typeface="Equinor"/>
              </a:rPr>
              <a:t>More…</a:t>
            </a:r>
            <a:endParaRPr lang="en-GB" dirty="0">
              <a:solidFill>
                <a:srgbClr val="DFF5FF">
                  <a:lumMod val="25000"/>
                </a:srgbClr>
              </a:solidFill>
              <a:latin typeface="Equinor"/>
            </a:endParaRPr>
          </a:p>
        </p:txBody>
      </p:sp>
      <p:sp>
        <p:nvSpPr>
          <p:cNvPr id="854" name="TextBox 853">
            <a:extLst>
              <a:ext uri="{FF2B5EF4-FFF2-40B4-BE49-F238E27FC236}">
                <a16:creationId xmlns:a16="http://schemas.microsoft.com/office/drawing/2014/main" id="{A398B582-31BF-6ED7-9FCF-085A2FD03E99}"/>
              </a:ext>
            </a:extLst>
          </p:cNvPr>
          <p:cNvSpPr txBox="1"/>
          <p:nvPr/>
        </p:nvSpPr>
        <p:spPr>
          <a:xfrm>
            <a:off x="14377872" y="20130368"/>
            <a:ext cx="7005753" cy="18235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indent="0" algn="l">
              <a:spcAft>
                <a:spcPts val="1200"/>
              </a:spcAft>
              <a:buNone/>
            </a:pPr>
            <a:r>
              <a:rPr lang="en-GB" b="1" i="0" u="sng" dirty="0">
                <a:solidFill>
                  <a:srgbClr val="3B3B3B"/>
                </a:solidFill>
                <a:effectLst/>
                <a:latin typeface="Equinor" panose="020B0604020202020204" charset="0"/>
              </a:rPr>
              <a:t>Model Results</a:t>
            </a:r>
            <a:endParaRPr lang="en-GB" b="0" i="0" u="sng" dirty="0">
              <a:solidFill>
                <a:srgbClr val="3B3B3B"/>
              </a:solidFill>
              <a:effectLst/>
              <a:latin typeface="Equinor" panose="020B0604020202020204" charset="0"/>
            </a:endParaRP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B3B3B"/>
                </a:solidFill>
                <a:effectLst/>
                <a:latin typeface="Equinor" panose="020B0604020202020204" charset="0"/>
              </a:rPr>
              <a:t>Experiment 1: low acid formation; no liquid phase predicted.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GB" b="0" i="0" dirty="0">
                <a:solidFill>
                  <a:srgbClr val="3B3B3B"/>
                </a:solidFill>
                <a:effectLst/>
                <a:latin typeface="Equinor" panose="020B0604020202020204" charset="0"/>
              </a:rPr>
              <a:t>Experiment 2: concentrated H2SO4 acid formation; acid-liquid phase predicted.</a:t>
            </a:r>
          </a:p>
          <a:p>
            <a:pPr marL="0" marR="0" indent="0" algn="l">
              <a:spcBef>
                <a:spcPts val="300"/>
              </a:spcBef>
              <a:spcAft>
                <a:spcPts val="300"/>
              </a:spcAft>
            </a:pPr>
            <a:endParaRPr lang="en-GB" b="0" i="0" dirty="0">
              <a:solidFill>
                <a:srgbClr val="3B3B3B"/>
              </a:solidFill>
              <a:effectLst/>
              <a:latin typeface="Equinor" panose="020B0604020202020204" charset="0"/>
            </a:endParaRPr>
          </a:p>
        </p:txBody>
      </p:sp>
      <p:sp>
        <p:nvSpPr>
          <p:cNvPr id="856" name="Rectangle: Rounded Corners 855">
            <a:extLst>
              <a:ext uri="{FF2B5EF4-FFF2-40B4-BE49-F238E27FC236}">
                <a16:creationId xmlns:a16="http://schemas.microsoft.com/office/drawing/2014/main" id="{B8F1B441-1283-881E-A43C-647AA33F3952}"/>
              </a:ext>
            </a:extLst>
          </p:cNvPr>
          <p:cNvSpPr/>
          <p:nvPr/>
        </p:nvSpPr>
        <p:spPr>
          <a:xfrm>
            <a:off x="2638731" y="22773026"/>
            <a:ext cx="2687988" cy="35884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 err="1"/>
              <a:t>Experimental</a:t>
            </a:r>
            <a:endParaRPr lang="en-GB" sz="2400" dirty="0"/>
          </a:p>
        </p:txBody>
      </p:sp>
      <p:sp>
        <p:nvSpPr>
          <p:cNvPr id="858" name="Rectangle: Rounded Corners 857">
            <a:extLst>
              <a:ext uri="{FF2B5EF4-FFF2-40B4-BE49-F238E27FC236}">
                <a16:creationId xmlns:a16="http://schemas.microsoft.com/office/drawing/2014/main" id="{C50DC2E2-0BEA-2212-6BAA-0DDC03FD5266}"/>
              </a:ext>
            </a:extLst>
          </p:cNvPr>
          <p:cNvSpPr/>
          <p:nvPr/>
        </p:nvSpPr>
        <p:spPr>
          <a:xfrm>
            <a:off x="5379028" y="22777974"/>
            <a:ext cx="1760311" cy="39115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Model</a:t>
            </a:r>
            <a:endParaRPr lang="en-GB" sz="2400" dirty="0"/>
          </a:p>
        </p:txBody>
      </p:sp>
      <p:sp>
        <p:nvSpPr>
          <p:cNvPr id="860" name="Rectangle: Rounded Corners 859">
            <a:extLst>
              <a:ext uri="{FF2B5EF4-FFF2-40B4-BE49-F238E27FC236}">
                <a16:creationId xmlns:a16="http://schemas.microsoft.com/office/drawing/2014/main" id="{8639D1E6-B531-5B6E-8305-2ECEE5F6E27D}"/>
              </a:ext>
            </a:extLst>
          </p:cNvPr>
          <p:cNvSpPr/>
          <p:nvPr/>
        </p:nvSpPr>
        <p:spPr>
          <a:xfrm>
            <a:off x="9598711" y="22764493"/>
            <a:ext cx="2687988" cy="358846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 err="1"/>
              <a:t>Experimental</a:t>
            </a:r>
            <a:endParaRPr lang="en-GB" sz="2400" dirty="0"/>
          </a:p>
        </p:txBody>
      </p:sp>
      <p:sp>
        <p:nvSpPr>
          <p:cNvPr id="862" name="Rectangle: Rounded Corners 861">
            <a:extLst>
              <a:ext uri="{FF2B5EF4-FFF2-40B4-BE49-F238E27FC236}">
                <a16:creationId xmlns:a16="http://schemas.microsoft.com/office/drawing/2014/main" id="{E4D4F6E0-C3C3-7022-405C-0934272D29B4}"/>
              </a:ext>
            </a:extLst>
          </p:cNvPr>
          <p:cNvSpPr/>
          <p:nvPr/>
        </p:nvSpPr>
        <p:spPr>
          <a:xfrm>
            <a:off x="12339009" y="22744235"/>
            <a:ext cx="1696050" cy="35884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nb-NO" sz="2400" dirty="0"/>
              <a:t>Model</a:t>
            </a:r>
            <a:endParaRPr lang="en-GB" sz="2400" dirty="0"/>
          </a:p>
        </p:txBody>
      </p:sp>
      <p:pic>
        <p:nvPicPr>
          <p:cNvPr id="864" name="Picture 863">
            <a:extLst>
              <a:ext uri="{FF2B5EF4-FFF2-40B4-BE49-F238E27FC236}">
                <a16:creationId xmlns:a16="http://schemas.microsoft.com/office/drawing/2014/main" id="{CA68CA19-B980-CA89-6AFB-802404B1B19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042609" y="6822732"/>
            <a:ext cx="8049295" cy="3355571"/>
          </a:xfrm>
          <a:prstGeom prst="rect">
            <a:avLst/>
          </a:prstGeom>
        </p:spPr>
      </p:pic>
      <p:pic>
        <p:nvPicPr>
          <p:cNvPr id="866" name="Picture 865">
            <a:extLst>
              <a:ext uri="{FF2B5EF4-FFF2-40B4-BE49-F238E27FC236}">
                <a16:creationId xmlns:a16="http://schemas.microsoft.com/office/drawing/2014/main" id="{F77C059A-F317-FCEA-E473-4203D70F287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6349" y="6902904"/>
            <a:ext cx="7792253" cy="3263133"/>
          </a:xfrm>
          <a:prstGeom prst="rect">
            <a:avLst/>
          </a:prstGeom>
        </p:spPr>
      </p:pic>
      <p:pic>
        <p:nvPicPr>
          <p:cNvPr id="875" name="Picture 874">
            <a:extLst>
              <a:ext uri="{FF2B5EF4-FFF2-40B4-BE49-F238E27FC236}">
                <a16:creationId xmlns:a16="http://schemas.microsoft.com/office/drawing/2014/main" id="{3117FF3B-7CA4-A4F3-DB87-7F6FA2EE3564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 l="2232" t="14843" b="9929"/>
          <a:stretch>
            <a:fillRect/>
          </a:stretch>
        </p:blipFill>
        <p:spPr>
          <a:xfrm>
            <a:off x="11047885" y="11852025"/>
            <a:ext cx="10031088" cy="4788079"/>
          </a:xfrm>
          <a:prstGeom prst="rect">
            <a:avLst/>
          </a:prstGeom>
        </p:spPr>
      </p:pic>
      <p:pic>
        <p:nvPicPr>
          <p:cNvPr id="877" name="Picture 876">
            <a:extLst>
              <a:ext uri="{FF2B5EF4-FFF2-40B4-BE49-F238E27FC236}">
                <a16:creationId xmlns:a16="http://schemas.microsoft.com/office/drawing/2014/main" id="{FE8EC36B-3FC9-5D71-B44A-B3E7D9292C7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420367" y="22570720"/>
            <a:ext cx="6795679" cy="3026243"/>
          </a:xfrm>
          <a:prstGeom prst="rect">
            <a:avLst/>
          </a:prstGeom>
        </p:spPr>
      </p:pic>
      <p:sp>
        <p:nvSpPr>
          <p:cNvPr id="880" name="Rectangle: Rounded Corners 879">
            <a:extLst>
              <a:ext uri="{FF2B5EF4-FFF2-40B4-BE49-F238E27FC236}">
                <a16:creationId xmlns:a16="http://schemas.microsoft.com/office/drawing/2014/main" id="{17027DAD-B806-2BD5-7203-C6A10ABC5145}"/>
              </a:ext>
            </a:extLst>
          </p:cNvPr>
          <p:cNvSpPr/>
          <p:nvPr/>
        </p:nvSpPr>
        <p:spPr>
          <a:xfrm>
            <a:off x="14662165" y="22133916"/>
            <a:ext cx="6404086" cy="391155"/>
          </a:xfrm>
          <a:prstGeom prst="round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GB" sz="3600" dirty="0"/>
              <a:t>Modelled Acid Formation</a:t>
            </a:r>
          </a:p>
        </p:txBody>
      </p:sp>
    </p:spTree>
    <p:extLst>
      <p:ext uri="{BB962C8B-B14F-4D97-AF65-F5344CB8AC3E}">
        <p14:creationId xmlns:p14="http://schemas.microsoft.com/office/powerpoint/2010/main" val="266625241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3aa4a235-b6e2-48d5-9195-7fcf05b459b0}" enabled="0" method="" siteId="{3aa4a235-b6e2-48d5-9195-7fcf05b459b0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5699</TotalTime>
  <Words>182</Words>
  <Application>Microsoft Office PowerPoint</Application>
  <PresentationFormat>Custom</PresentationFormat>
  <Paragraphs>102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Equinor</vt:lpstr>
      <vt:lpstr>Segoe WPC</vt:lpstr>
      <vt:lpstr>Office-tema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Aleksander Carlsen</dc:creator>
  <cp:lastModifiedBy>Sviatoslav Eroshkin</cp:lastModifiedBy>
  <cp:revision>6</cp:revision>
  <dcterms:created xsi:type="dcterms:W3CDTF">2025-08-04T09:56:45Z</dcterms:created>
  <dcterms:modified xsi:type="dcterms:W3CDTF">2026-08-11T12:14:32Z</dcterms:modified>
</cp:coreProperties>
</file>